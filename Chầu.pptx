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8"/>
  </p:notesMasterIdLst>
  <p:sldIdLst>
    <p:sldId id="4112" r:id="rId2"/>
    <p:sldId id="4113" r:id="rId3"/>
    <p:sldId id="4114" r:id="rId4"/>
    <p:sldId id="4115" r:id="rId5"/>
    <p:sldId id="4116" r:id="rId6"/>
    <p:sldId id="4117" r:id="rId7"/>
    <p:sldId id="4372" r:id="rId8"/>
    <p:sldId id="3420" r:id="rId9"/>
    <p:sldId id="5232" r:id="rId10"/>
    <p:sldId id="5233" r:id="rId11"/>
    <p:sldId id="5234" r:id="rId12"/>
    <p:sldId id="5236" r:id="rId13"/>
    <p:sldId id="5237" r:id="rId14"/>
    <p:sldId id="5238" r:id="rId15"/>
    <p:sldId id="5239" r:id="rId16"/>
    <p:sldId id="5240" r:id="rId17"/>
    <p:sldId id="5241" r:id="rId18"/>
    <p:sldId id="5242" r:id="rId19"/>
    <p:sldId id="5243" r:id="rId20"/>
    <p:sldId id="5244" r:id="rId21"/>
    <p:sldId id="5245" r:id="rId22"/>
    <p:sldId id="5249" r:id="rId23"/>
    <p:sldId id="5250" r:id="rId24"/>
    <p:sldId id="5251" r:id="rId25"/>
    <p:sldId id="5253" r:id="rId26"/>
    <p:sldId id="5254" r:id="rId27"/>
    <p:sldId id="5255" r:id="rId28"/>
    <p:sldId id="5256" r:id="rId29"/>
    <p:sldId id="5257" r:id="rId30"/>
    <p:sldId id="5258" r:id="rId31"/>
    <p:sldId id="5246" r:id="rId32"/>
    <p:sldId id="3565" r:id="rId33"/>
    <p:sldId id="3566" r:id="rId34"/>
    <p:sldId id="3567" r:id="rId35"/>
    <p:sldId id="3568" r:id="rId36"/>
    <p:sldId id="3569" r:id="rId37"/>
    <p:sldId id="5247" r:id="rId38"/>
    <p:sldId id="5248" r:id="rId39"/>
    <p:sldId id="3512" r:id="rId40"/>
    <p:sldId id="3513" r:id="rId41"/>
    <p:sldId id="3514" r:id="rId42"/>
    <p:sldId id="5260" r:id="rId43"/>
    <p:sldId id="5261" r:id="rId44"/>
    <p:sldId id="5259" r:id="rId45"/>
    <p:sldId id="5262" r:id="rId46"/>
    <p:sldId id="5263" r:id="rId47"/>
  </p:sldIdLst>
  <p:sldSz cx="9144000" cy="6858000" type="screen4x3"/>
  <p:notesSz cx="6858000" cy="9144000"/>
  <p:defaultTex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591" autoAdjust="0"/>
    <p:restoredTop sz="94660"/>
  </p:normalViewPr>
  <p:slideViewPr>
    <p:cSldViewPr snapToGrid="0">
      <p:cViewPr>
        <p:scale>
          <a:sx n="66" d="100"/>
          <a:sy n="66" d="100"/>
        </p:scale>
        <p:origin x="2069" y="39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vi-V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C25985F-86E8-4AA6-9352-571FAE95264D}" type="datetimeFigureOut">
              <a:rPr lang="vi-VN" smtClean="0"/>
              <a:pPr/>
              <a:t>01/04/2021</a:t>
            </a:fld>
            <a:endParaRPr lang="vi-V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vi-V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vi-V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E4D914E-6825-4475-A990-0303B744F5B1}" type="slidenum">
              <a:rPr lang="vi-VN" smtClean="0"/>
              <a:pPr/>
              <a:t>‹#›</a:t>
            </a:fld>
            <a:endParaRPr lang="vi-VN"/>
          </a:p>
        </p:txBody>
      </p:sp>
    </p:spTree>
    <p:extLst>
      <p:ext uri="{BB962C8B-B14F-4D97-AF65-F5344CB8AC3E}">
        <p14:creationId xmlns:p14="http://schemas.microsoft.com/office/powerpoint/2010/main" val="4831285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E4D914E-6825-4475-A990-0303B744F5B1}" type="slidenum">
              <a:rPr lang="vi-VN" smtClean="0"/>
              <a:pPr/>
              <a:t>1</a:t>
            </a:fld>
            <a:endParaRPr lang="vi-VN"/>
          </a:p>
        </p:txBody>
      </p:sp>
    </p:spTree>
    <p:extLst>
      <p:ext uri="{BB962C8B-B14F-4D97-AF65-F5344CB8AC3E}">
        <p14:creationId xmlns:p14="http://schemas.microsoft.com/office/powerpoint/2010/main" val="9888987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569F2D7-2394-463B-99AA-3447397976B2}" type="datetimeFigureOut">
              <a:rPr lang="vi-VN" smtClean="0"/>
              <a:pPr/>
              <a:t>01/04/2021</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27866177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569F2D7-2394-463B-99AA-3447397976B2}" type="datetimeFigureOut">
              <a:rPr lang="vi-VN" smtClean="0"/>
              <a:pPr/>
              <a:t>01/04/2021</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40143851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0569F2D7-2394-463B-99AA-3447397976B2}" type="datetimeFigureOut">
              <a:rPr lang="vi-VN" smtClean="0"/>
              <a:pPr/>
              <a:t>01/04/2021</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10498817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569F2D7-2394-463B-99AA-3447397976B2}" type="datetimeFigureOut">
              <a:rPr lang="vi-VN" smtClean="0"/>
              <a:pPr/>
              <a:t>01/04/2021</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16590517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569F2D7-2394-463B-99AA-3447397976B2}" type="datetimeFigureOut">
              <a:rPr lang="vi-VN" smtClean="0"/>
              <a:pPr/>
              <a:t>01/04/2021</a:t>
            </a:fld>
            <a:endParaRPr lang="vi-VN"/>
          </a:p>
        </p:txBody>
      </p:sp>
      <p:sp>
        <p:nvSpPr>
          <p:cNvPr id="8" name="Footer Placeholder 7"/>
          <p:cNvSpPr>
            <a:spLocks noGrp="1"/>
          </p:cNvSpPr>
          <p:nvPr>
            <p:ph type="ftr" sz="quarter" idx="11"/>
          </p:nvPr>
        </p:nvSpPr>
        <p:spPr/>
        <p:txBody>
          <a:bodyPr/>
          <a:lstStyle/>
          <a:p>
            <a:endParaRPr lang="vi-VN"/>
          </a:p>
        </p:txBody>
      </p:sp>
      <p:sp>
        <p:nvSpPr>
          <p:cNvPr id="9" name="Slide Number Placeholder 8"/>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33476289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569F2D7-2394-463B-99AA-3447397976B2}" type="datetimeFigureOut">
              <a:rPr lang="vi-VN" smtClean="0"/>
              <a:pPr/>
              <a:t>01/04/2021</a:t>
            </a:fld>
            <a:endParaRPr lang="vi-VN"/>
          </a:p>
        </p:txBody>
      </p:sp>
      <p:sp>
        <p:nvSpPr>
          <p:cNvPr id="4" name="Footer Placeholder 3"/>
          <p:cNvSpPr>
            <a:spLocks noGrp="1"/>
          </p:cNvSpPr>
          <p:nvPr>
            <p:ph type="ftr" sz="quarter" idx="11"/>
          </p:nvPr>
        </p:nvSpPr>
        <p:spPr/>
        <p:txBody>
          <a:bodyPr/>
          <a:lstStyle/>
          <a:p>
            <a:endParaRPr lang="vi-VN"/>
          </a:p>
        </p:txBody>
      </p:sp>
      <p:sp>
        <p:nvSpPr>
          <p:cNvPr id="5" name="Slide Number Placeholder 4"/>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8621277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569F2D7-2394-463B-99AA-3447397976B2}" type="datetimeFigureOut">
              <a:rPr lang="vi-VN" smtClean="0"/>
              <a:pPr/>
              <a:t>01/04/2021</a:t>
            </a:fld>
            <a:endParaRPr lang="vi-VN"/>
          </a:p>
        </p:txBody>
      </p:sp>
      <p:sp>
        <p:nvSpPr>
          <p:cNvPr id="3" name="Footer Placeholder 2"/>
          <p:cNvSpPr>
            <a:spLocks noGrp="1"/>
          </p:cNvSpPr>
          <p:nvPr>
            <p:ph type="ftr" sz="quarter" idx="11"/>
          </p:nvPr>
        </p:nvSpPr>
        <p:spPr/>
        <p:txBody>
          <a:bodyPr/>
          <a:lstStyle/>
          <a:p>
            <a:endParaRPr lang="vi-VN"/>
          </a:p>
        </p:txBody>
      </p:sp>
      <p:sp>
        <p:nvSpPr>
          <p:cNvPr id="4" name="Slide Number Placeholder 3"/>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27149388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0569F2D7-2394-463B-99AA-3447397976B2}" type="datetimeFigureOut">
              <a:rPr lang="vi-VN" smtClean="0"/>
              <a:pPr/>
              <a:t>01/04/2021</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5483498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0569F2D7-2394-463B-99AA-3447397976B2}" type="datetimeFigureOut">
              <a:rPr lang="vi-VN" smtClean="0"/>
              <a:pPr/>
              <a:t>01/04/2021</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40252733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569F2D7-2394-463B-99AA-3447397976B2}" type="datetimeFigureOut">
              <a:rPr lang="vi-VN" smtClean="0"/>
              <a:pPr/>
              <a:t>01/04/2021</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35637323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569F2D7-2394-463B-99AA-3447397976B2}" type="datetimeFigureOut">
              <a:rPr lang="vi-VN" smtClean="0"/>
              <a:pPr/>
              <a:t>01/04/2021</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1266756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569F2D7-2394-463B-99AA-3447397976B2}" type="datetimeFigureOut">
              <a:rPr lang="vi-VN" smtClean="0"/>
              <a:pPr/>
              <a:t>01/04/2021</a:t>
            </a:fld>
            <a:endParaRPr lang="vi-VN"/>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vi-VN"/>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35F9DCF-6D91-4825-8894-8E6DFCB090D1}" type="slidenum">
              <a:rPr lang="vi-VN" smtClean="0"/>
              <a:pPr/>
              <a:t>‹#›</a:t>
            </a:fld>
            <a:endParaRPr lang="vi-VN"/>
          </a:p>
        </p:txBody>
      </p:sp>
    </p:spTree>
    <p:extLst>
      <p:ext uri="{BB962C8B-B14F-4D97-AF65-F5344CB8AC3E}">
        <p14:creationId xmlns:p14="http://schemas.microsoft.com/office/powerpoint/2010/main" val="346873767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9009"/>
            <a:ext cx="9144000" cy="533400"/>
          </a:xfrm>
        </p:spPr>
        <p:txBody>
          <a:bodyPr>
            <a:normAutofit/>
          </a:bodyPr>
          <a:lstStyle/>
          <a:p>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KINH CẦU CHO ĐẠI DỊCH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574548"/>
            <a:ext cx="9144000" cy="6177534"/>
          </a:xfrm>
        </p:spPr>
        <p:txBody>
          <a:bodyPr>
            <a:noAutofit/>
          </a:bodyPr>
          <a:lstStyle/>
          <a:p>
            <a:pPr algn="just"/>
            <a:r>
              <a:rPr lang="vi-VN" sz="5400" b="1" dirty="0">
                <a:latin typeface="Times New Roman" panose="02020603050405020304" pitchFamily="18" charset="0"/>
                <a:cs typeface="Times New Roman" panose="02020603050405020304" pitchFamily="18" charset="0"/>
              </a:rPr>
              <a:t>Lạy Thiên Chúa Ba Ngôi toàn năng, chúng con đang họp nhau cầu nguyện, tha thiết nài xin cho cơn dịch bệnh mau chấm dứt. Lạy Chúa Cha giàu lòng thương xót, xin nhìn đến nỗi thống khổ của đoàn con trên khắp thế giới, </a:t>
            </a:r>
          </a:p>
        </p:txBody>
      </p:sp>
    </p:spTree>
    <p:extLst>
      <p:ext uri="{BB962C8B-B14F-4D97-AF65-F5344CB8AC3E}">
        <p14:creationId xmlns:p14="http://schemas.microsoft.com/office/powerpoint/2010/main" val="2174263447"/>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9009"/>
            <a:ext cx="9144000" cy="533400"/>
          </a:xfrm>
        </p:spPr>
        <p:txBody>
          <a:bodyPr>
            <a:normAutofit/>
          </a:bodyPr>
          <a:lstStyle/>
          <a:p>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KINH CẦU CHO ĐẠI DỊCH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574548"/>
            <a:ext cx="9144000" cy="6177534"/>
          </a:xfrm>
        </p:spPr>
        <p:txBody>
          <a:bodyPr>
            <a:noAutofit/>
          </a:bodyPr>
          <a:lstStyle/>
          <a:p>
            <a:pPr algn="just"/>
            <a:r>
              <a:rPr lang="vi-VN" sz="5400" b="1" dirty="0">
                <a:latin typeface="Times New Roman" panose="02020603050405020304" pitchFamily="18" charset="0"/>
                <a:cs typeface="Times New Roman" panose="02020603050405020304" pitchFamily="18" charset="0"/>
              </a:rPr>
              <a:t>đặc biệt tại những nơi dịch bệnh đang hoành hành. Xin củng cố đức tin của chúng con, cho chúng con hoàn toàn tín thác vào tình yêu quan phòng của Cha. Lạy Chúa Giêsu là Đấng cứu độ duy nhất, </a:t>
            </a:r>
          </a:p>
        </p:txBody>
      </p:sp>
    </p:spTree>
    <p:extLst>
      <p:ext uri="{BB962C8B-B14F-4D97-AF65-F5344CB8AC3E}">
        <p14:creationId xmlns:p14="http://schemas.microsoft.com/office/powerpoint/2010/main" val="1057351675"/>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9009"/>
            <a:ext cx="9144000" cy="533400"/>
          </a:xfrm>
        </p:spPr>
        <p:txBody>
          <a:bodyPr>
            <a:normAutofit/>
          </a:bodyPr>
          <a:lstStyle/>
          <a:p>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KINH CẦU CHO ĐẠI DỊCH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574548"/>
            <a:ext cx="9144000" cy="6177534"/>
          </a:xfrm>
        </p:spPr>
        <p:txBody>
          <a:bodyPr>
            <a:noAutofit/>
          </a:bodyPr>
          <a:lstStyle/>
          <a:p>
            <a:pPr algn="just"/>
            <a:r>
              <a:rPr lang="vi-VN" sz="5400" b="1" dirty="0">
                <a:latin typeface="Times New Roman" panose="02020603050405020304" pitchFamily="18" charset="0"/>
                <a:cs typeface="Times New Roman" panose="02020603050405020304" pitchFamily="18" charset="0"/>
              </a:rPr>
              <a:t>là vị lương y đầy quyền năng và lòng thương xót, xin thương cho các bệnh nhân sớm được chữa lành, và an ủi các gia đình đang gặp khó khăn thử thách. Xin cho lời chúng con khiêm tốn cầu nguyện, </a:t>
            </a:r>
          </a:p>
        </p:txBody>
      </p:sp>
    </p:spTree>
    <p:extLst>
      <p:ext uri="{BB962C8B-B14F-4D97-AF65-F5344CB8AC3E}">
        <p14:creationId xmlns:p14="http://schemas.microsoft.com/office/powerpoint/2010/main" val="1479294224"/>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9009"/>
            <a:ext cx="9144000" cy="533400"/>
          </a:xfrm>
        </p:spPr>
        <p:txBody>
          <a:bodyPr>
            <a:normAutofit/>
          </a:bodyPr>
          <a:lstStyle/>
          <a:p>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KINH CẦU CHO ĐẠI DỊCH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574548"/>
            <a:ext cx="9144000" cy="6177534"/>
          </a:xfrm>
        </p:spPr>
        <p:txBody>
          <a:bodyPr>
            <a:noAutofit/>
          </a:bodyPr>
          <a:lstStyle/>
          <a:p>
            <a:pPr algn="just"/>
            <a:r>
              <a:rPr lang="vi-VN" sz="5400" b="1" dirty="0">
                <a:latin typeface="Times New Roman" panose="02020603050405020304" pitchFamily="18" charset="0"/>
                <a:cs typeface="Times New Roman" panose="02020603050405020304" pitchFamily="18" charset="0"/>
              </a:rPr>
              <a:t>được chạm tới trái tim nhân lành của Chúa, xin giảm bớt gánh nặng khổ đau, và cho chúng con cảm nhận được bàn tay Chúa đang ân cần nâng đỡ chúng con. Lạy Chúa Thánh Thần là nguồn sức mạnh tình yêu, </a:t>
            </a:r>
          </a:p>
        </p:txBody>
      </p:sp>
    </p:spTree>
    <p:extLst>
      <p:ext uri="{BB962C8B-B14F-4D97-AF65-F5344CB8AC3E}">
        <p14:creationId xmlns:p14="http://schemas.microsoft.com/office/powerpoint/2010/main" val="685872896"/>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9009"/>
            <a:ext cx="9144000" cy="533400"/>
          </a:xfrm>
        </p:spPr>
        <p:txBody>
          <a:bodyPr>
            <a:normAutofit/>
          </a:bodyPr>
          <a:lstStyle/>
          <a:p>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KINH CẦU CHO ĐẠI DỊCH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574548"/>
            <a:ext cx="9144000" cy="6177534"/>
          </a:xfrm>
        </p:spPr>
        <p:txBody>
          <a:bodyPr>
            <a:noAutofit/>
          </a:bodyPr>
          <a:lstStyle/>
          <a:p>
            <a:pPr algn="just"/>
            <a:r>
              <a:rPr lang="vi-VN" sz="5400" b="1" dirty="0">
                <a:latin typeface="Times New Roman" panose="02020603050405020304" pitchFamily="18" charset="0"/>
                <a:cs typeface="Times New Roman" panose="02020603050405020304" pitchFamily="18" charset="0"/>
              </a:rPr>
              <a:t>xin soi sáng các vị hữu trách và những người có khả năng, giúp họ sớm tìm ra phương thuốc chữa trị dịch bệnh, xin ban cho các bác sĩ và nhân viên y tế, sức mạnh của </a:t>
            </a:r>
            <a:r>
              <a:rPr lang="vi-VN" sz="5400" b="1">
                <a:latin typeface="Times New Roman" panose="02020603050405020304" pitchFamily="18" charset="0"/>
                <a:cs typeface="Times New Roman" panose="02020603050405020304" pitchFamily="18" charset="0"/>
              </a:rPr>
              <a:t>tình thương và </a:t>
            </a:r>
            <a:r>
              <a:rPr lang="vi-VN" sz="5400" b="1" dirty="0">
                <a:latin typeface="Times New Roman" panose="02020603050405020304" pitchFamily="18" charset="0"/>
                <a:cs typeface="Times New Roman" panose="02020603050405020304" pitchFamily="18" charset="0"/>
              </a:rPr>
              <a:t>lòng nhiệt thành quảng đại, </a:t>
            </a:r>
          </a:p>
        </p:txBody>
      </p:sp>
    </p:spTree>
    <p:extLst>
      <p:ext uri="{BB962C8B-B14F-4D97-AF65-F5344CB8AC3E}">
        <p14:creationId xmlns:p14="http://schemas.microsoft.com/office/powerpoint/2010/main" val="2157549357"/>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9009"/>
            <a:ext cx="9144000" cy="533400"/>
          </a:xfrm>
        </p:spPr>
        <p:txBody>
          <a:bodyPr>
            <a:normAutofit/>
          </a:bodyPr>
          <a:lstStyle/>
          <a:p>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KINH CẦU CHO ĐẠI DỊCH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574548"/>
            <a:ext cx="9144000" cy="6177534"/>
          </a:xfrm>
        </p:spPr>
        <p:txBody>
          <a:bodyPr>
            <a:noAutofit/>
          </a:bodyPr>
          <a:lstStyle/>
          <a:p>
            <a:pPr algn="just"/>
            <a:r>
              <a:rPr lang="vi-VN" sz="5400" b="1" dirty="0">
                <a:latin typeface="Times New Roman" panose="02020603050405020304" pitchFamily="18" charset="0"/>
                <a:cs typeface="Times New Roman" panose="02020603050405020304" pitchFamily="18" charset="0"/>
              </a:rPr>
              <a:t>luôn tận tâm tận lực phục vụ các bệnh nhân. Chúng con xin trao vào đôi tay từ mẫu của Mẹ Maria, những lời khẩn nguyện trong cơn đại nạn, nhờ lời Đức Mẹ chuyển cầu, xin Chúa nhận lời chúng con. Amen</a:t>
            </a:r>
            <a:r>
              <a:rPr lang="en-US" sz="5400" b="1" dirty="0">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24972696"/>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5707EB-D7C8-4315-861E-0C0D881BA22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80A1A79-EAAF-4BC4-8937-5CA2ACF0C6C3}"/>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4464965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CON KÍNH THỜ (HH)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285875"/>
            <a:ext cx="9144000" cy="5105400"/>
          </a:xfrm>
        </p:spPr>
        <p:txBody>
          <a:bodyPr>
            <a:noAutofit/>
          </a:bodyPr>
          <a:lstStyle/>
          <a:p>
            <a:pPr algn="just">
              <a:tabLst>
                <a:tab pos="2155825" algn="l"/>
              </a:tabLst>
            </a:pPr>
            <a:r>
              <a:rPr lang="vi-VN" sz="5400" b="1" dirty="0">
                <a:latin typeface="+mj-lt"/>
              </a:rPr>
              <a:t>ĐK: Con kính thờ lạy Chúa trong Bí tích tình yêu tuyệt vời. Con kính thờ lạy Chúa trong </a:t>
            </a:r>
            <a:r>
              <a:rPr lang="en-US" sz="5400" b="1" dirty="0" err="1">
                <a:latin typeface="Times New Roman" panose="02020603050405020304" pitchFamily="18" charset="0"/>
                <a:cs typeface="Times New Roman" panose="02020603050405020304" pitchFamily="18" charset="0"/>
              </a:rPr>
              <a:t>Bí</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Tích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Nhiệm</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Mầu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Cực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Thánh</a:t>
            </a:r>
            <a:r>
              <a:rPr lang="vi-VN" sz="5400" b="1" dirty="0">
                <a:latin typeface="+mj-lt"/>
              </a:rPr>
              <a:t>. </a:t>
            </a:r>
            <a:endParaRPr lang="en-US" sz="54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7747819"/>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CON KÍNH THỜ (HH)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738952"/>
            <a:ext cx="9144000" cy="5105400"/>
          </a:xfrm>
        </p:spPr>
        <p:txBody>
          <a:bodyPr>
            <a:noAutofit/>
          </a:bodyPr>
          <a:lstStyle/>
          <a:p>
            <a:pPr algn="just">
              <a:tabLst>
                <a:tab pos="2155825" algn="l"/>
              </a:tabLst>
            </a:pPr>
            <a:r>
              <a:rPr lang="en-US" sz="5400" b="1" dirty="0" err="1">
                <a:latin typeface="Times New Roman" panose="02020603050405020304" pitchFamily="18" charset="0"/>
                <a:cs typeface="Times New Roman" panose="02020603050405020304" pitchFamily="18" charset="0"/>
              </a:rPr>
              <a:t>Vì</a:t>
            </a:r>
            <a:r>
              <a:rPr lang="en-US" sz="5400" b="1" dirty="0">
                <a:latin typeface="+mj-lt"/>
              </a:rPr>
              <a:t> </a:t>
            </a:r>
            <a:r>
              <a:rPr lang="vi-VN" sz="5400" b="1" dirty="0">
                <a:latin typeface="+mj-lt"/>
              </a:rPr>
              <a:t>yêu thương nhân loại, Ngài nhận lấy đau thương khổ hình. Vì yêu con hết tình Ngài hiến dâng mạng sống mình.</a:t>
            </a:r>
            <a:endParaRPr lang="en-US" sz="54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32159888"/>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CON KÍNH THỜ (HH)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447800"/>
            <a:ext cx="9144000" cy="5105400"/>
          </a:xfrm>
        </p:spPr>
        <p:txBody>
          <a:bodyPr>
            <a:noAutofit/>
          </a:bodyPr>
          <a:lstStyle/>
          <a:p>
            <a:pPr algn="just">
              <a:tabLst>
                <a:tab pos="2155825" algn="l"/>
              </a:tabLst>
            </a:pPr>
            <a:r>
              <a:rPr lang="vi-VN" sz="5400" b="1" dirty="0">
                <a:latin typeface="+mj-lt"/>
              </a:rPr>
              <a:t>1/ Xin thề nguyện cùng Chúa, dù đau thương con vẫn chọn Ngài. Xin trọn đời thờ Chúa dù Thập Giá mỗi ngày đang chờ con. </a:t>
            </a:r>
            <a:endParaRPr lang="en-US" sz="54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47302508"/>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CON KÍNH THỜ (HH)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752600"/>
            <a:ext cx="9144000" cy="5105400"/>
          </a:xfrm>
        </p:spPr>
        <p:txBody>
          <a:bodyPr>
            <a:noAutofit/>
          </a:bodyPr>
          <a:lstStyle/>
          <a:p>
            <a:pPr algn="just">
              <a:tabLst>
                <a:tab pos="2155825" algn="l"/>
              </a:tabLst>
            </a:pPr>
            <a:r>
              <a:rPr lang="vi-VN" sz="5400" b="1" dirty="0">
                <a:latin typeface="+mj-lt"/>
              </a:rPr>
              <a:t>Đáp đền tình Ngài yêu xin mỗi ngày cùng Chúa vào đời để yêu mến anh em dẫu con phải đắng cay ngập đầy.</a:t>
            </a:r>
            <a:endParaRPr lang="en-US" sz="54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760781"/>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CON KÍNH THỜ (HH)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285875"/>
            <a:ext cx="9144000" cy="5105400"/>
          </a:xfrm>
        </p:spPr>
        <p:txBody>
          <a:bodyPr>
            <a:noAutofit/>
          </a:bodyPr>
          <a:lstStyle/>
          <a:p>
            <a:pPr algn="just">
              <a:tabLst>
                <a:tab pos="2155825" algn="l"/>
              </a:tabLst>
            </a:pPr>
            <a:r>
              <a:rPr lang="vi-VN" sz="5400" b="1" dirty="0">
                <a:latin typeface="+mj-lt"/>
              </a:rPr>
              <a:t>ĐK: Con kính thờ lạy Chúa trong Bí tích tình yêu tuyệt vời. Con kính thờ lạy Chúa trong </a:t>
            </a:r>
            <a:r>
              <a:rPr lang="en-US" sz="5400" b="1" dirty="0" err="1">
                <a:latin typeface="Times New Roman" panose="02020603050405020304" pitchFamily="18" charset="0"/>
                <a:cs typeface="Times New Roman" panose="02020603050405020304" pitchFamily="18" charset="0"/>
              </a:rPr>
              <a:t>Bí</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Tích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Nhiệm</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Mầu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Cực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Thánh</a:t>
            </a:r>
            <a:r>
              <a:rPr lang="vi-VN" sz="5400" b="1" dirty="0">
                <a:latin typeface="+mj-lt"/>
              </a:rPr>
              <a:t>. </a:t>
            </a:r>
            <a:endParaRPr lang="en-US" sz="54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12434372"/>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CON KÍNH THỜ (HH)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738952"/>
            <a:ext cx="9144000" cy="5105400"/>
          </a:xfrm>
        </p:spPr>
        <p:txBody>
          <a:bodyPr>
            <a:noAutofit/>
          </a:bodyPr>
          <a:lstStyle/>
          <a:p>
            <a:pPr algn="just">
              <a:tabLst>
                <a:tab pos="2155825" algn="l"/>
              </a:tabLst>
            </a:pPr>
            <a:r>
              <a:rPr lang="en-US" sz="5400" b="1" dirty="0" err="1">
                <a:latin typeface="Times New Roman" panose="02020603050405020304" pitchFamily="18" charset="0"/>
                <a:cs typeface="Times New Roman" panose="02020603050405020304" pitchFamily="18" charset="0"/>
              </a:rPr>
              <a:t>Vì</a:t>
            </a:r>
            <a:r>
              <a:rPr lang="en-US" sz="5400" b="1" dirty="0">
                <a:latin typeface="+mj-lt"/>
              </a:rPr>
              <a:t> </a:t>
            </a:r>
            <a:r>
              <a:rPr lang="vi-VN" sz="5400" b="1" dirty="0">
                <a:latin typeface="+mj-lt"/>
              </a:rPr>
              <a:t>yêu thương nhân loại, Ngài nhận lấy đau thương khổ hình. Vì yêu con hết tình Ngài hiến dâng mạng sống mình.</a:t>
            </a:r>
            <a:endParaRPr lang="en-US" sz="54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33635955"/>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CON KÍNH THỜ (HH)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447800"/>
            <a:ext cx="9144000" cy="5105400"/>
          </a:xfrm>
        </p:spPr>
        <p:txBody>
          <a:bodyPr>
            <a:noAutofit/>
          </a:bodyPr>
          <a:lstStyle/>
          <a:p>
            <a:pPr algn="just">
              <a:tabLst>
                <a:tab pos="2155825" algn="l"/>
              </a:tabLst>
            </a:pPr>
            <a:r>
              <a:rPr lang="vi-VN" sz="5400" b="1" dirty="0">
                <a:latin typeface="+mj-lt"/>
              </a:rPr>
              <a:t>2/ Con thờ lạy cảm mến Mình Máu Chúa ngự trên bàn thờ. Chính vì tình Ngài yêu mà nhận lấy khổ hình thay người thế.</a:t>
            </a:r>
            <a:endParaRPr lang="en-US" sz="5400" b="1" dirty="0">
              <a:solidFill>
                <a:schemeClr val="tx1"/>
              </a:solidFill>
              <a:latin typeface="+mj-lt"/>
              <a:cs typeface="Times New Roman" panose="02020603050405020304" pitchFamily="18" charset="0"/>
            </a:endParaRPr>
          </a:p>
        </p:txBody>
      </p:sp>
    </p:spTree>
    <p:extLst>
      <p:ext uri="{BB962C8B-B14F-4D97-AF65-F5344CB8AC3E}">
        <p14:creationId xmlns:p14="http://schemas.microsoft.com/office/powerpoint/2010/main" val="2475226137"/>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CON KÍNH THỜ (HH)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752600"/>
            <a:ext cx="9144000" cy="5105400"/>
          </a:xfrm>
        </p:spPr>
        <p:txBody>
          <a:bodyPr>
            <a:noAutofit/>
          </a:bodyPr>
          <a:lstStyle/>
          <a:p>
            <a:pPr algn="just">
              <a:tabLst>
                <a:tab pos="2155825" algn="l"/>
              </a:tabLst>
            </a:pPr>
            <a:r>
              <a:rPr lang="vi-VN" sz="5400" b="1" dirty="0">
                <a:latin typeface="+mj-lt"/>
              </a:rPr>
              <a:t>Chúa còn ở cùng con trong phép lạ rượu bánh nhiệm mầu. Lời truyền phép yêu thương bánh với rượu </a:t>
            </a:r>
            <a:r>
              <a:rPr lang="en-US" sz="5400" b="1" dirty="0" err="1">
                <a:latin typeface="Times New Roman" panose="02020603050405020304" pitchFamily="18" charset="0"/>
                <a:cs typeface="Times New Roman" panose="02020603050405020304" pitchFamily="18" charset="0"/>
              </a:rPr>
              <a:t>nên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máu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thịt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Ngài</a:t>
            </a:r>
            <a:r>
              <a:rPr lang="en-US" sz="5400" b="1" dirty="0">
                <a:latin typeface="Times New Roman" panose="02020603050405020304" pitchFamily="18" charset="0"/>
                <a:cs typeface="Times New Roman" panose="02020603050405020304" pitchFamily="18" charset="0"/>
              </a:rPr>
              <a:t>.</a:t>
            </a:r>
            <a:endParaRPr lang="en-US" sz="54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03737538"/>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CON KÍNH THỜ (HH)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285875"/>
            <a:ext cx="9144000" cy="5105400"/>
          </a:xfrm>
        </p:spPr>
        <p:txBody>
          <a:bodyPr>
            <a:noAutofit/>
          </a:bodyPr>
          <a:lstStyle/>
          <a:p>
            <a:pPr algn="just">
              <a:tabLst>
                <a:tab pos="2155825" algn="l"/>
              </a:tabLst>
            </a:pPr>
            <a:r>
              <a:rPr lang="vi-VN" sz="5400" b="1" dirty="0">
                <a:latin typeface="+mj-lt"/>
              </a:rPr>
              <a:t>ĐK: Con kính thờ lạy Chúa trong Bí tích tình yêu tuyệt vời. Con kính thờ lạy Chúa trong </a:t>
            </a:r>
            <a:r>
              <a:rPr lang="en-US" sz="5400" b="1" dirty="0" err="1">
                <a:latin typeface="Times New Roman" panose="02020603050405020304" pitchFamily="18" charset="0"/>
                <a:cs typeface="Times New Roman" panose="02020603050405020304" pitchFamily="18" charset="0"/>
              </a:rPr>
              <a:t>Bí</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Tích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Nhiệm</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Mầu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Cực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Thánh</a:t>
            </a:r>
            <a:r>
              <a:rPr lang="vi-VN" sz="5400" b="1" dirty="0">
                <a:latin typeface="+mj-lt"/>
              </a:rPr>
              <a:t>. </a:t>
            </a:r>
            <a:endParaRPr lang="en-US" sz="54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73591198"/>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CON KÍNH THỜ (HH)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738952"/>
            <a:ext cx="9144000" cy="5105400"/>
          </a:xfrm>
        </p:spPr>
        <p:txBody>
          <a:bodyPr>
            <a:noAutofit/>
          </a:bodyPr>
          <a:lstStyle/>
          <a:p>
            <a:pPr algn="just">
              <a:tabLst>
                <a:tab pos="2155825" algn="l"/>
              </a:tabLst>
            </a:pPr>
            <a:r>
              <a:rPr lang="en-US" sz="5400" b="1" dirty="0" err="1">
                <a:latin typeface="Times New Roman" panose="02020603050405020304" pitchFamily="18" charset="0"/>
                <a:cs typeface="Times New Roman" panose="02020603050405020304" pitchFamily="18" charset="0"/>
              </a:rPr>
              <a:t>Vì</a:t>
            </a:r>
            <a:r>
              <a:rPr lang="en-US" sz="5400" b="1" dirty="0">
                <a:latin typeface="+mj-lt"/>
              </a:rPr>
              <a:t> </a:t>
            </a:r>
            <a:r>
              <a:rPr lang="vi-VN" sz="5400" b="1" dirty="0">
                <a:latin typeface="+mj-lt"/>
              </a:rPr>
              <a:t>yêu thương nhân loại, Ngài nhận lấy đau thương khổ hình. Vì yêu con hết tình Ngài hiến dâng mạng sống mình.</a:t>
            </a:r>
            <a:endParaRPr lang="en-US" sz="54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82492201"/>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CON KÍNH THỜ (HH)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447800"/>
            <a:ext cx="9144000" cy="5105400"/>
          </a:xfrm>
        </p:spPr>
        <p:txBody>
          <a:bodyPr>
            <a:noAutofit/>
          </a:bodyPr>
          <a:lstStyle/>
          <a:p>
            <a:pPr algn="just">
              <a:tabLst>
                <a:tab pos="2155825" algn="l"/>
              </a:tabLst>
            </a:pPr>
            <a:r>
              <a:rPr lang="vi-VN" sz="5400" b="1" dirty="0">
                <a:latin typeface="+mj-lt"/>
              </a:rPr>
              <a:t>3/ Cao vời vời tình Chúa nào ai đâu hiểu thấu ngọn nguồn. Thương loài người tội lỗi mà chịu chết khổ sầu trên Thập Giá.</a:t>
            </a:r>
            <a:endParaRPr lang="en-US" sz="5400" b="1" dirty="0">
              <a:solidFill>
                <a:schemeClr val="tx1"/>
              </a:solidFill>
              <a:latin typeface="+mj-lt"/>
              <a:cs typeface="Times New Roman" panose="02020603050405020304" pitchFamily="18" charset="0"/>
            </a:endParaRPr>
          </a:p>
        </p:txBody>
      </p:sp>
    </p:spTree>
    <p:extLst>
      <p:ext uri="{BB962C8B-B14F-4D97-AF65-F5344CB8AC3E}">
        <p14:creationId xmlns:p14="http://schemas.microsoft.com/office/powerpoint/2010/main" val="1602242605"/>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CON KÍNH THỜ (HH)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752600"/>
            <a:ext cx="9144000" cy="5105400"/>
          </a:xfrm>
        </p:spPr>
        <p:txBody>
          <a:bodyPr>
            <a:noAutofit/>
          </a:bodyPr>
          <a:lstStyle/>
          <a:p>
            <a:pPr algn="just">
              <a:tabLst>
                <a:tab pos="2155825" algn="l"/>
              </a:tabLst>
            </a:pPr>
            <a:r>
              <a:rPr lang="vi-VN" sz="5400" b="1" dirty="0">
                <a:latin typeface="+mj-lt"/>
              </a:rPr>
              <a:t>Chúa trọn vẹn quyền năng không </a:t>
            </a:r>
            <a:r>
              <a:rPr lang="en-US" sz="5400" b="1" dirty="0" err="1">
                <a:latin typeface="Times New Roman" panose="02020603050405020304" pitchFamily="18" charset="0"/>
                <a:cs typeface="Times New Roman" panose="02020603050405020304" pitchFamily="18" charset="0"/>
              </a:rPr>
              <a:t>thêm</a:t>
            </a:r>
            <a:r>
              <a:rPr lang="vi-VN" sz="5400" b="1" dirty="0">
                <a:latin typeface="+mj-lt"/>
              </a:rPr>
              <a:t> gì dù con thờ Ngài. Và không mất vinh quang dẫu </a:t>
            </a:r>
            <a:r>
              <a:rPr lang="en-US" sz="5400" b="1" dirty="0" err="1">
                <a:latin typeface="Times New Roman" panose="02020603050405020304" pitchFamily="18" charset="0"/>
                <a:cs typeface="Times New Roman" panose="02020603050405020304" pitchFamily="18" charset="0"/>
              </a:rPr>
              <a:t>nhân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loại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quên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lãng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tình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Ngài</a:t>
            </a:r>
            <a:r>
              <a:rPr lang="en-US" sz="5400" b="1" dirty="0">
                <a:latin typeface="Times New Roman" panose="02020603050405020304" pitchFamily="18" charset="0"/>
                <a:cs typeface="Times New Roman" panose="02020603050405020304" pitchFamily="18" charset="0"/>
              </a:rPr>
              <a:t>.</a:t>
            </a:r>
            <a:endParaRPr lang="en-US" sz="54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52636472"/>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CON KÍNH THỜ (HH)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285875"/>
            <a:ext cx="9144000" cy="5105400"/>
          </a:xfrm>
        </p:spPr>
        <p:txBody>
          <a:bodyPr>
            <a:noAutofit/>
          </a:bodyPr>
          <a:lstStyle/>
          <a:p>
            <a:pPr algn="just">
              <a:tabLst>
                <a:tab pos="2155825" algn="l"/>
              </a:tabLst>
            </a:pPr>
            <a:r>
              <a:rPr lang="vi-VN" sz="5400" b="1" dirty="0">
                <a:latin typeface="+mj-lt"/>
              </a:rPr>
              <a:t>ĐK: Con kính thờ lạy Chúa trong Bí tích tình yêu tuyệt vời. Con kính thờ lạy Chúa trong </a:t>
            </a:r>
            <a:r>
              <a:rPr lang="en-US" sz="5400" b="1" dirty="0" err="1">
                <a:latin typeface="Times New Roman" panose="02020603050405020304" pitchFamily="18" charset="0"/>
                <a:cs typeface="Times New Roman" panose="02020603050405020304" pitchFamily="18" charset="0"/>
              </a:rPr>
              <a:t>Bí</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Tích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Nhiệm</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Mầu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Cực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Thánh</a:t>
            </a:r>
            <a:r>
              <a:rPr lang="vi-VN" sz="5400" b="1" dirty="0">
                <a:latin typeface="+mj-lt"/>
              </a:rPr>
              <a:t>. </a:t>
            </a:r>
            <a:endParaRPr lang="en-US" sz="54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37313580"/>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CON KÍNH THỜ (HH)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738952"/>
            <a:ext cx="9144000" cy="5105400"/>
          </a:xfrm>
        </p:spPr>
        <p:txBody>
          <a:bodyPr>
            <a:noAutofit/>
          </a:bodyPr>
          <a:lstStyle/>
          <a:p>
            <a:pPr algn="just">
              <a:tabLst>
                <a:tab pos="2155825" algn="l"/>
              </a:tabLst>
            </a:pPr>
            <a:r>
              <a:rPr lang="en-US" sz="5400" b="1" dirty="0" err="1">
                <a:latin typeface="Times New Roman" panose="02020603050405020304" pitchFamily="18" charset="0"/>
                <a:cs typeface="Times New Roman" panose="02020603050405020304" pitchFamily="18" charset="0"/>
              </a:rPr>
              <a:t>Vì</a:t>
            </a:r>
            <a:r>
              <a:rPr lang="en-US" sz="5400" b="1" dirty="0">
                <a:latin typeface="+mj-lt"/>
              </a:rPr>
              <a:t> </a:t>
            </a:r>
            <a:r>
              <a:rPr lang="vi-VN" sz="5400" b="1" dirty="0">
                <a:latin typeface="+mj-lt"/>
              </a:rPr>
              <a:t>yêu thương nhân loại, Ngài nhận lấy đau thương khổ hình. Vì yêu con hết tình Ngài hiến dâng mạng sống mình.</a:t>
            </a:r>
            <a:endParaRPr lang="en-US" sz="54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67727911"/>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3418A4-84AF-428D-B4A0-789267AA397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8E8B033-99EA-467A-AD81-1F163A0AF526}"/>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21421182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PHÓ THÁC (ND)</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876300"/>
            <a:ext cx="9144000" cy="5105400"/>
          </a:xfrm>
        </p:spPr>
        <p:txBody>
          <a:bodyPr>
            <a:noAutofit/>
          </a:bodyPr>
          <a:lstStyle/>
          <a:p>
            <a:pPr algn="just">
              <a:tabLst>
                <a:tab pos="2155825" algn="l"/>
              </a:tabLst>
            </a:pPr>
            <a:r>
              <a:rPr lang="vi-VN" sz="5400" b="1" dirty="0">
                <a:latin typeface="+mj-lt"/>
              </a:rPr>
              <a:t>1. Này tấm thân con sao Cha đành tâm xa cách. Này tấm thân con đắng cay muôn vàn tê tái. Cha ơi sao nỡ quên con. Cha ơi sao Cha ngoảnh mặt nhẫn tâm nhìn con khổ đau, để quân thù chê trách con.</a:t>
            </a:r>
            <a:endParaRPr lang="en-US" sz="5400" b="1" dirty="0">
              <a:solidFill>
                <a:schemeClr val="tx1"/>
              </a:solidFill>
              <a:latin typeface="+mj-lt"/>
              <a:cs typeface="Times New Roman" panose="02020603050405020304" pitchFamily="18" charset="0"/>
            </a:endParaRPr>
          </a:p>
        </p:txBody>
      </p:sp>
    </p:spTree>
    <p:extLst>
      <p:ext uri="{BB962C8B-B14F-4D97-AF65-F5344CB8AC3E}">
        <p14:creationId xmlns:p14="http://schemas.microsoft.com/office/powerpoint/2010/main" val="120932060"/>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PHÓ THÁC (ND)</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752600"/>
            <a:ext cx="9144000" cy="5105400"/>
          </a:xfrm>
        </p:spPr>
        <p:txBody>
          <a:bodyPr>
            <a:noAutofit/>
          </a:bodyPr>
          <a:lstStyle/>
          <a:p>
            <a:pPr algn="just">
              <a:tabLst>
                <a:tab pos="2155825" algn="l"/>
              </a:tabLst>
            </a:pPr>
            <a:r>
              <a:rPr lang="vi-VN" sz="5400" b="1" dirty="0">
                <a:latin typeface="+mj-lt"/>
              </a:rPr>
              <a:t>ĐK: Con xin phó thác nơi Cha, thân con với linh hồn con. Xin Cha thêm sức cho con, trọn vẹn theo ý Cha luôn.</a:t>
            </a:r>
            <a:endParaRPr lang="en-US" sz="5400" b="1" dirty="0">
              <a:solidFill>
                <a:schemeClr val="tx1"/>
              </a:solidFill>
              <a:latin typeface="+mj-lt"/>
              <a:cs typeface="Times New Roman" panose="02020603050405020304" pitchFamily="18" charset="0"/>
            </a:endParaRPr>
          </a:p>
        </p:txBody>
      </p:sp>
    </p:spTree>
    <p:extLst>
      <p:ext uri="{BB962C8B-B14F-4D97-AF65-F5344CB8AC3E}">
        <p14:creationId xmlns:p14="http://schemas.microsoft.com/office/powerpoint/2010/main" val="3457016411"/>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PHÓ THÁC (ND)</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876300"/>
            <a:ext cx="9144000" cy="5105400"/>
          </a:xfrm>
        </p:spPr>
        <p:txBody>
          <a:bodyPr>
            <a:noAutofit/>
          </a:bodyPr>
          <a:lstStyle/>
          <a:p>
            <a:pPr algn="just">
              <a:tabLst>
                <a:tab pos="2155825" algn="l"/>
              </a:tabLst>
            </a:pPr>
            <a:r>
              <a:rPr lang="vi-VN" sz="5400" b="1" dirty="0">
                <a:latin typeface="+mj-lt"/>
              </a:rPr>
              <a:t>2. Là kiếp sâu bọ con nay là người đâu phải. Vậy đó Cha ơi thấy con muôn người khinh ghét. Nghe như nhức nhối tâm can, nghe như mắt ứa lệ tràn. Xót xa lòng con nát tan, có ai mà thương ủi an.</a:t>
            </a:r>
            <a:endParaRPr lang="en-US" sz="5400" b="1" dirty="0">
              <a:solidFill>
                <a:schemeClr val="tx1"/>
              </a:solidFill>
              <a:latin typeface="+mj-lt"/>
              <a:cs typeface="Times New Roman" panose="02020603050405020304" pitchFamily="18" charset="0"/>
            </a:endParaRPr>
          </a:p>
        </p:txBody>
      </p:sp>
    </p:spTree>
    <p:extLst>
      <p:ext uri="{BB962C8B-B14F-4D97-AF65-F5344CB8AC3E}">
        <p14:creationId xmlns:p14="http://schemas.microsoft.com/office/powerpoint/2010/main" val="3515242565"/>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PHÓ THÁC (ND)</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752600"/>
            <a:ext cx="9144000" cy="5105400"/>
          </a:xfrm>
        </p:spPr>
        <p:txBody>
          <a:bodyPr>
            <a:noAutofit/>
          </a:bodyPr>
          <a:lstStyle/>
          <a:p>
            <a:pPr algn="just">
              <a:tabLst>
                <a:tab pos="2155825" algn="l"/>
              </a:tabLst>
            </a:pPr>
            <a:r>
              <a:rPr lang="vi-VN" sz="5400" b="1" dirty="0">
                <a:latin typeface="+mj-lt"/>
              </a:rPr>
              <a:t>ĐK: Con xin phó thác nơi Cha, thân con với linh hồn con. Xin Cha thêm sức cho con, trọn vẹn theo ý Cha luôn.</a:t>
            </a:r>
            <a:endParaRPr lang="en-US" sz="5400" b="1" dirty="0">
              <a:solidFill>
                <a:schemeClr val="tx1"/>
              </a:solidFill>
              <a:latin typeface="+mj-lt"/>
              <a:cs typeface="Times New Roman" panose="02020603050405020304" pitchFamily="18" charset="0"/>
            </a:endParaRPr>
          </a:p>
        </p:txBody>
      </p:sp>
    </p:spTree>
    <p:extLst>
      <p:ext uri="{BB962C8B-B14F-4D97-AF65-F5344CB8AC3E}">
        <p14:creationId xmlns:p14="http://schemas.microsoft.com/office/powerpoint/2010/main" val="3263495014"/>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PHÓ THÁC (ND)</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638488"/>
            <a:ext cx="9144000" cy="5105400"/>
          </a:xfrm>
        </p:spPr>
        <p:txBody>
          <a:bodyPr>
            <a:noAutofit/>
          </a:bodyPr>
          <a:lstStyle/>
          <a:p>
            <a:pPr algn="just">
              <a:tabLst>
                <a:tab pos="2155825" algn="l"/>
              </a:tabLst>
            </a:pPr>
            <a:r>
              <a:rPr lang="vi-VN" sz="5400" b="1" dirty="0">
                <a:latin typeface="+mj-lt"/>
              </a:rPr>
              <a:t>3. Một chén Cha trao bao nhiêu sầu đau cay đắng. Tự ý con đây dám đâu tay cầm lên uống. Thưa Cha, con nay xin vâng, vâng theo như Cha mong chờ. Nếu Cha định con uống thôi, với con nguyện vâng ý Cha.</a:t>
            </a:r>
            <a:endParaRPr lang="en-US" sz="5400" b="1" dirty="0">
              <a:solidFill>
                <a:schemeClr val="tx1"/>
              </a:solidFill>
              <a:latin typeface="+mj-lt"/>
              <a:cs typeface="Times New Roman" panose="02020603050405020304" pitchFamily="18" charset="0"/>
            </a:endParaRPr>
          </a:p>
        </p:txBody>
      </p:sp>
    </p:spTree>
    <p:extLst>
      <p:ext uri="{BB962C8B-B14F-4D97-AF65-F5344CB8AC3E}">
        <p14:creationId xmlns:p14="http://schemas.microsoft.com/office/powerpoint/2010/main" val="503327670"/>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PHÓ THÁC (ND)</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752600"/>
            <a:ext cx="9144000" cy="5105400"/>
          </a:xfrm>
        </p:spPr>
        <p:txBody>
          <a:bodyPr>
            <a:noAutofit/>
          </a:bodyPr>
          <a:lstStyle/>
          <a:p>
            <a:pPr algn="just">
              <a:tabLst>
                <a:tab pos="2155825" algn="l"/>
              </a:tabLst>
            </a:pPr>
            <a:r>
              <a:rPr lang="vi-VN" sz="5400" b="1" dirty="0">
                <a:latin typeface="+mj-lt"/>
              </a:rPr>
              <a:t>ĐK: Con xin phó thác nơi Cha, thân con với linh hồn con. Xin Cha thêm sức cho con, trọn vẹn theo ý Cha luôn.</a:t>
            </a:r>
            <a:endParaRPr lang="en-US" sz="5400" b="1" dirty="0">
              <a:solidFill>
                <a:schemeClr val="tx1"/>
              </a:solidFill>
              <a:latin typeface="+mj-lt"/>
              <a:cs typeface="Times New Roman" panose="02020603050405020304" pitchFamily="18" charset="0"/>
            </a:endParaRPr>
          </a:p>
        </p:txBody>
      </p:sp>
    </p:spTree>
    <p:extLst>
      <p:ext uri="{BB962C8B-B14F-4D97-AF65-F5344CB8AC3E}">
        <p14:creationId xmlns:p14="http://schemas.microsoft.com/office/powerpoint/2010/main" val="995437852"/>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PHÓ THÁC (ND)</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876300"/>
            <a:ext cx="9144000" cy="5105400"/>
          </a:xfrm>
        </p:spPr>
        <p:txBody>
          <a:bodyPr>
            <a:noAutofit/>
          </a:bodyPr>
          <a:lstStyle/>
          <a:p>
            <a:pPr algn="just">
              <a:tabLst>
                <a:tab pos="2155825" algn="l"/>
              </a:tabLst>
            </a:pPr>
            <a:r>
              <a:rPr lang="vi-VN" sz="5400" b="1" dirty="0">
                <a:latin typeface="+mj-lt"/>
              </a:rPr>
              <a:t>4. Một tấm thân con xin dâng để được hiến tế. Để cứu nhân loại thoát xa khỏi vòng tăm tối. Cha ơi, thánh giá trên vai, con xin vác hết đường dài. Miễn sao đường thập giá kia trở nên hồng ân cứu độ.</a:t>
            </a:r>
            <a:endParaRPr lang="en-US" sz="5400" b="1" dirty="0">
              <a:solidFill>
                <a:schemeClr val="tx1"/>
              </a:solidFill>
              <a:latin typeface="+mj-lt"/>
              <a:cs typeface="Times New Roman" panose="02020603050405020304" pitchFamily="18" charset="0"/>
            </a:endParaRPr>
          </a:p>
        </p:txBody>
      </p:sp>
    </p:spTree>
    <p:extLst>
      <p:ext uri="{BB962C8B-B14F-4D97-AF65-F5344CB8AC3E}">
        <p14:creationId xmlns:p14="http://schemas.microsoft.com/office/powerpoint/2010/main" val="407335000"/>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PHÓ THÁC (ND)</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752600"/>
            <a:ext cx="9144000" cy="5105400"/>
          </a:xfrm>
        </p:spPr>
        <p:txBody>
          <a:bodyPr>
            <a:noAutofit/>
          </a:bodyPr>
          <a:lstStyle/>
          <a:p>
            <a:pPr algn="just">
              <a:tabLst>
                <a:tab pos="2155825" algn="l"/>
              </a:tabLst>
            </a:pPr>
            <a:r>
              <a:rPr lang="vi-VN" sz="5400" b="1" dirty="0">
                <a:latin typeface="+mj-lt"/>
              </a:rPr>
              <a:t>ĐK: Con xin phó thác nơi Cha, thân con với linh hồn con. Xin Cha thêm sức cho con, trọn vẹn theo ý Cha luôn.</a:t>
            </a:r>
            <a:endParaRPr lang="en-US" sz="5400" b="1" dirty="0">
              <a:solidFill>
                <a:schemeClr val="tx1"/>
              </a:solidFill>
              <a:latin typeface="+mj-lt"/>
              <a:cs typeface="Times New Roman" panose="02020603050405020304" pitchFamily="18" charset="0"/>
            </a:endParaRPr>
          </a:p>
        </p:txBody>
      </p:sp>
    </p:spTree>
    <p:extLst>
      <p:ext uri="{BB962C8B-B14F-4D97-AF65-F5344CB8AC3E}">
        <p14:creationId xmlns:p14="http://schemas.microsoft.com/office/powerpoint/2010/main" val="3197034575"/>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3418A4-84AF-428D-B4A0-789267AA397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8E8B033-99EA-467A-AD81-1F163A0AF526}"/>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55816632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NẾU ĐẸP LÒNG CHA</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274951"/>
            <a:ext cx="9144000" cy="6391564"/>
          </a:xfrm>
        </p:spPr>
        <p:txBody>
          <a:bodyPr>
            <a:noAutofit/>
          </a:bodyPr>
          <a:lstStyle/>
          <a:p>
            <a:pPr algn="just"/>
            <a:r>
              <a:rPr lang="en-US" sz="5400" b="1" dirty="0">
                <a:latin typeface="Times New Roman" panose="02020603050405020304" pitchFamily="18" charset="0"/>
                <a:cs typeface="Times New Roman" panose="02020603050405020304" pitchFamily="18" charset="0"/>
              </a:rPr>
              <a:t>1. </a:t>
            </a:r>
            <a:r>
              <a:rPr lang="en-US" sz="5400" b="1" dirty="0" err="1">
                <a:latin typeface="Times New Roman" panose="02020603050405020304" pitchFamily="18" charset="0"/>
                <a:cs typeface="Times New Roman" panose="02020603050405020304" pitchFamily="18" charset="0"/>
              </a:rPr>
              <a:t>Chiều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xưa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trong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vườn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Cây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Dầu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dâng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nguyện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cùng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Cha. </a:t>
            </a:r>
            <a:r>
              <a:rPr lang="en-US" sz="5400" b="1" dirty="0" err="1">
                <a:latin typeface="Times New Roman" panose="02020603050405020304" pitchFamily="18" charset="0"/>
                <a:cs typeface="Times New Roman" panose="02020603050405020304" pitchFamily="18" charset="0"/>
              </a:rPr>
              <a:t>Mồ</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hôi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hòa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lẫn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máu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đào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theo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cầu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lã</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chã</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trào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tuôn</a:t>
            </a:r>
            <a:r>
              <a:rPr lang="en-US" sz="5400" b="1" dirty="0">
                <a:latin typeface="Times New Roman" panose="02020603050405020304" pitchFamily="18" charset="0"/>
                <a:cs typeface="Times New Roman" panose="02020603050405020304" pitchFamily="18" charset="0"/>
              </a:rPr>
              <a:t>.</a:t>
            </a:r>
            <a:endParaRPr lang="en-US" sz="54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37004055"/>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NẾU ĐẸP LÒNG CHA</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274951"/>
            <a:ext cx="9144000" cy="6391564"/>
          </a:xfrm>
        </p:spPr>
        <p:txBody>
          <a:bodyPr>
            <a:noAutofit/>
          </a:bodyPr>
          <a:lstStyle/>
          <a:p>
            <a:pPr algn="just"/>
            <a:r>
              <a:rPr lang="en-US" sz="5400" b="1" dirty="0" err="1">
                <a:latin typeface="Times New Roman" panose="02020603050405020304" pitchFamily="18" charset="0"/>
                <a:cs typeface="Times New Roman" panose="02020603050405020304" pitchFamily="18" charset="0"/>
              </a:rPr>
              <a:t>Vì</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yêu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nhân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loại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tội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lỗi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liều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mình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cứu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lấy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nhân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gian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Trong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vườn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vắng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Ngài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ngước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mắt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lên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cao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thiết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dâng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lên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cầu</a:t>
            </a:r>
            <a:r>
              <a:rPr lang="en-US" sz="5400" b="1" dirty="0">
                <a:latin typeface="Times New Roman" panose="02020603050405020304" pitchFamily="18" charset="0"/>
                <a:cs typeface="Times New Roman" panose="02020603050405020304" pitchFamily="18" charset="0"/>
              </a:rPr>
              <a:t>.</a:t>
            </a:r>
            <a:endParaRPr lang="en-US" sz="54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48619100"/>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NẾU ĐẸP LÒNG CHA</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274951"/>
            <a:ext cx="9144000" cy="6391564"/>
          </a:xfrm>
        </p:spPr>
        <p:txBody>
          <a:bodyPr>
            <a:noAutofit/>
          </a:bodyPr>
          <a:lstStyle/>
          <a:p>
            <a:pPr algn="just"/>
            <a:r>
              <a:rPr lang="en-US" sz="5400" b="1" dirty="0">
                <a:latin typeface="Times New Roman" panose="02020603050405020304" pitchFamily="18" charset="0"/>
                <a:cs typeface="Times New Roman" panose="02020603050405020304" pitchFamily="18" charset="0"/>
              </a:rPr>
              <a:t>ĐK: </a:t>
            </a:r>
            <a:r>
              <a:rPr lang="en-US" sz="5400" b="1" dirty="0" err="1">
                <a:latin typeface="Times New Roman" panose="02020603050405020304" pitchFamily="18" charset="0"/>
                <a:cs typeface="Times New Roman" panose="02020603050405020304" pitchFamily="18" charset="0"/>
              </a:rPr>
              <a:t>Lạy</a:t>
            </a:r>
            <a:r>
              <a:rPr lang="en-US" sz="5400" b="1" dirty="0">
                <a:latin typeface="Times New Roman" panose="02020603050405020304" pitchFamily="18" charset="0"/>
                <a:cs typeface="Times New Roman" panose="02020603050405020304" pitchFamily="18" charset="0"/>
              </a:rPr>
              <a:t> Cha, </a:t>
            </a:r>
            <a:r>
              <a:rPr lang="en-US" sz="5400" b="1" dirty="0" err="1">
                <a:latin typeface="Times New Roman" panose="02020603050405020304" pitchFamily="18" charset="0"/>
                <a:cs typeface="Times New Roman" panose="02020603050405020304" pitchFamily="18" charset="0"/>
              </a:rPr>
              <a:t>nếu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đẹp</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lòng</a:t>
            </a:r>
            <a:r>
              <a:rPr lang="en-US" sz="5400" b="1" dirty="0">
                <a:latin typeface="Times New Roman" panose="02020603050405020304" pitchFamily="18" charset="0"/>
                <a:cs typeface="Times New Roman" panose="02020603050405020304" pitchFamily="18" charset="0"/>
              </a:rPr>
              <a:t> Cha, </a:t>
            </a:r>
            <a:r>
              <a:rPr lang="en-US" sz="5400" b="1" dirty="0" err="1">
                <a:latin typeface="Times New Roman" panose="02020603050405020304" pitchFamily="18" charset="0"/>
                <a:cs typeface="Times New Roman" panose="02020603050405020304" pitchFamily="18" charset="0"/>
              </a:rPr>
              <a:t>xin</a:t>
            </a:r>
            <a:r>
              <a:rPr lang="en-US" sz="5400" b="1" dirty="0">
                <a:latin typeface="Times New Roman" panose="02020603050405020304" pitchFamily="18" charset="0"/>
                <a:cs typeface="Times New Roman" panose="02020603050405020304" pitchFamily="18" charset="0"/>
              </a:rPr>
              <a:t> Cha </a:t>
            </a:r>
            <a:r>
              <a:rPr lang="en-US" sz="5400" b="1" dirty="0" err="1">
                <a:latin typeface="Times New Roman" panose="02020603050405020304" pitchFamily="18" charset="0"/>
                <a:cs typeface="Times New Roman" panose="02020603050405020304" pitchFamily="18" charset="0"/>
              </a:rPr>
              <a:t>thương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cất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chén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đắng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này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nhưng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xin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đừng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nghe</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theo</a:t>
            </a:r>
            <a:r>
              <a:rPr lang="en-US" sz="5400" b="1" dirty="0">
                <a:latin typeface="Times New Roman" panose="02020603050405020304" pitchFamily="18" charset="0"/>
                <a:cs typeface="Times New Roman" panose="02020603050405020304" pitchFamily="18" charset="0"/>
              </a:rPr>
              <a:t> ý con, </a:t>
            </a:r>
            <a:r>
              <a:rPr lang="en-US" sz="5400" b="1" dirty="0" err="1">
                <a:latin typeface="Times New Roman" panose="02020603050405020304" pitchFamily="18" charset="0"/>
                <a:cs typeface="Times New Roman" panose="02020603050405020304" pitchFamily="18" charset="0"/>
              </a:rPr>
              <a:t>một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xin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vâng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theo</a:t>
            </a:r>
            <a:r>
              <a:rPr lang="en-US" sz="5400" b="1" dirty="0">
                <a:latin typeface="Times New Roman" panose="02020603050405020304" pitchFamily="18" charset="0"/>
                <a:cs typeface="Times New Roman" panose="02020603050405020304" pitchFamily="18" charset="0"/>
              </a:rPr>
              <a:t> ý Cha.</a:t>
            </a:r>
            <a:endParaRPr lang="en-US" sz="54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53837246"/>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NẾU ĐẸP LÒNG CHA</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274951"/>
            <a:ext cx="9144000" cy="6391564"/>
          </a:xfrm>
        </p:spPr>
        <p:txBody>
          <a:bodyPr>
            <a:noAutofit/>
          </a:bodyPr>
          <a:lstStyle/>
          <a:p>
            <a:pPr algn="just"/>
            <a:r>
              <a:rPr lang="en-US" sz="5400" b="1" dirty="0">
                <a:latin typeface="Times New Roman" panose="02020603050405020304" pitchFamily="18" charset="0"/>
                <a:cs typeface="Times New Roman" panose="02020603050405020304" pitchFamily="18" charset="0"/>
              </a:rPr>
              <a:t>2. </a:t>
            </a:r>
            <a:r>
              <a:rPr lang="en-US" sz="5400" b="1" dirty="0" err="1">
                <a:latin typeface="Times New Roman" panose="02020603050405020304" pitchFamily="18" charset="0"/>
                <a:cs typeface="Times New Roman" panose="02020603050405020304" pitchFamily="18" charset="0"/>
              </a:rPr>
              <a:t>Vì</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yêu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từ</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cõi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xuống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gian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trần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đồng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phận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thế</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nhân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Vì</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yêu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Ngài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giảng</a:t>
            </a:r>
            <a:r>
              <a:rPr lang="en-US" sz="5400" b="1" dirty="0">
                <a:latin typeface="Times New Roman" panose="02020603050405020304" pitchFamily="18" charset="0"/>
                <a:cs typeface="Times New Roman" panose="02020603050405020304" pitchFamily="18" charset="0"/>
              </a:rPr>
              <a:t> Tin </a:t>
            </a:r>
            <a:r>
              <a:rPr lang="en-US" sz="5400" b="1" dirty="0" err="1">
                <a:latin typeface="Times New Roman" panose="02020603050405020304" pitchFamily="18" charset="0"/>
                <a:cs typeface="Times New Roman" panose="02020603050405020304" pitchFamily="18" charset="0"/>
              </a:rPr>
              <a:t>Mừng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nhân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loại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theo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lối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đường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ngay</a:t>
            </a:r>
            <a:r>
              <a:rPr lang="en-US" sz="5400" b="1" dirty="0">
                <a:latin typeface="Times New Roman" panose="02020603050405020304" pitchFamily="18" charset="0"/>
                <a:cs typeface="Times New Roman" panose="02020603050405020304" pitchFamily="18" charset="0"/>
              </a:rPr>
              <a:t>. </a:t>
            </a:r>
            <a:endParaRPr lang="en-US" sz="54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17505508"/>
      </p:ext>
    </p:extLst>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NẾU ĐẸP LÒNG CHA</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274951"/>
            <a:ext cx="9144000" cy="6391564"/>
          </a:xfrm>
        </p:spPr>
        <p:txBody>
          <a:bodyPr>
            <a:noAutofit/>
          </a:bodyPr>
          <a:lstStyle/>
          <a:p>
            <a:pPr algn="just"/>
            <a:r>
              <a:rPr lang="en-US" sz="5400" b="1" dirty="0" err="1">
                <a:latin typeface="Times New Roman" panose="02020603050405020304" pitchFamily="18" charset="0"/>
                <a:cs typeface="Times New Roman" panose="02020603050405020304" pitchFamily="18" charset="0"/>
              </a:rPr>
              <a:t>Vì</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yêu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nên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Ngài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chuộc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lấy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những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tủi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hờn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oán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trách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khen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chê</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Trong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vườn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vắng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Ngài</a:t>
            </a:r>
            <a:r>
              <a:rPr lang="en-US" sz="5400" b="1" dirty="0">
                <a:latin typeface="Times New Roman" panose="02020603050405020304" pitchFamily="18" charset="0"/>
                <a:cs typeface="Times New Roman" panose="02020603050405020304" pitchFamily="18" charset="0"/>
              </a:rPr>
              <a:t> tan </a:t>
            </a:r>
            <a:r>
              <a:rPr lang="en-US" sz="5400" b="1" dirty="0" err="1">
                <a:latin typeface="Times New Roman" panose="02020603050405020304" pitchFamily="18" charset="0"/>
                <a:cs typeface="Times New Roman" panose="02020603050405020304" pitchFamily="18" charset="0"/>
              </a:rPr>
              <a:t>nát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tâm</a:t>
            </a:r>
            <a:r>
              <a:rPr lang="en-US" sz="5400" b="1" dirty="0">
                <a:latin typeface="Times New Roman" panose="02020603050405020304" pitchFamily="18" charset="0"/>
                <a:cs typeface="Times New Roman" panose="02020603050405020304" pitchFamily="18" charset="0"/>
              </a:rPr>
              <a:t> can, </a:t>
            </a:r>
            <a:r>
              <a:rPr lang="en-US" sz="5400" b="1" dirty="0" err="1">
                <a:latin typeface="Times New Roman" panose="02020603050405020304" pitchFamily="18" charset="0"/>
                <a:cs typeface="Times New Roman" panose="02020603050405020304" pitchFamily="18" charset="0"/>
              </a:rPr>
              <a:t>tha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thiết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dâng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lên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cầu</a:t>
            </a:r>
            <a:r>
              <a:rPr lang="en-US" sz="5400" b="1"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844174077"/>
      </p:ext>
    </p:extLst>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NẾU ĐẸP LÒNG CHA</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274951"/>
            <a:ext cx="9144000" cy="6391564"/>
          </a:xfrm>
        </p:spPr>
        <p:txBody>
          <a:bodyPr>
            <a:noAutofit/>
          </a:bodyPr>
          <a:lstStyle/>
          <a:p>
            <a:pPr algn="just"/>
            <a:r>
              <a:rPr lang="en-US" sz="5400" b="1" dirty="0">
                <a:latin typeface="Times New Roman" panose="02020603050405020304" pitchFamily="18" charset="0"/>
                <a:cs typeface="Times New Roman" panose="02020603050405020304" pitchFamily="18" charset="0"/>
              </a:rPr>
              <a:t>ĐK: </a:t>
            </a:r>
            <a:r>
              <a:rPr lang="en-US" sz="5400" b="1" dirty="0" err="1">
                <a:latin typeface="Times New Roman" panose="02020603050405020304" pitchFamily="18" charset="0"/>
                <a:cs typeface="Times New Roman" panose="02020603050405020304" pitchFamily="18" charset="0"/>
              </a:rPr>
              <a:t>Lạy</a:t>
            </a:r>
            <a:r>
              <a:rPr lang="en-US" sz="5400" b="1" dirty="0">
                <a:latin typeface="Times New Roman" panose="02020603050405020304" pitchFamily="18" charset="0"/>
                <a:cs typeface="Times New Roman" panose="02020603050405020304" pitchFamily="18" charset="0"/>
              </a:rPr>
              <a:t> Cha, </a:t>
            </a:r>
            <a:r>
              <a:rPr lang="en-US" sz="5400" b="1" dirty="0" err="1">
                <a:latin typeface="Times New Roman" panose="02020603050405020304" pitchFamily="18" charset="0"/>
                <a:cs typeface="Times New Roman" panose="02020603050405020304" pitchFamily="18" charset="0"/>
              </a:rPr>
              <a:t>nếu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đẹp</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lòng</a:t>
            </a:r>
            <a:r>
              <a:rPr lang="en-US" sz="5400" b="1" dirty="0">
                <a:latin typeface="Times New Roman" panose="02020603050405020304" pitchFamily="18" charset="0"/>
                <a:cs typeface="Times New Roman" panose="02020603050405020304" pitchFamily="18" charset="0"/>
              </a:rPr>
              <a:t> Cha, </a:t>
            </a:r>
            <a:r>
              <a:rPr lang="en-US" sz="5400" b="1" dirty="0" err="1">
                <a:latin typeface="Times New Roman" panose="02020603050405020304" pitchFamily="18" charset="0"/>
                <a:cs typeface="Times New Roman" panose="02020603050405020304" pitchFamily="18" charset="0"/>
              </a:rPr>
              <a:t>xin</a:t>
            </a:r>
            <a:r>
              <a:rPr lang="en-US" sz="5400" b="1" dirty="0">
                <a:latin typeface="Times New Roman" panose="02020603050405020304" pitchFamily="18" charset="0"/>
                <a:cs typeface="Times New Roman" panose="02020603050405020304" pitchFamily="18" charset="0"/>
              </a:rPr>
              <a:t> Cha </a:t>
            </a:r>
            <a:r>
              <a:rPr lang="en-US" sz="5400" b="1" dirty="0" err="1">
                <a:latin typeface="Times New Roman" panose="02020603050405020304" pitchFamily="18" charset="0"/>
                <a:cs typeface="Times New Roman" panose="02020603050405020304" pitchFamily="18" charset="0"/>
              </a:rPr>
              <a:t>thương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cất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chén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đắng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này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nhưng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xin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đừng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nghe</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theo</a:t>
            </a:r>
            <a:r>
              <a:rPr lang="en-US" sz="5400" b="1" dirty="0">
                <a:latin typeface="Times New Roman" panose="02020603050405020304" pitchFamily="18" charset="0"/>
                <a:cs typeface="Times New Roman" panose="02020603050405020304" pitchFamily="18" charset="0"/>
              </a:rPr>
              <a:t> ý con, </a:t>
            </a:r>
            <a:r>
              <a:rPr lang="en-US" sz="5400" b="1" dirty="0" err="1">
                <a:latin typeface="Times New Roman" panose="02020603050405020304" pitchFamily="18" charset="0"/>
                <a:cs typeface="Times New Roman" panose="02020603050405020304" pitchFamily="18" charset="0"/>
              </a:rPr>
              <a:t>một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xin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vâng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theo</a:t>
            </a:r>
            <a:r>
              <a:rPr lang="en-US" sz="5400" b="1" dirty="0">
                <a:latin typeface="Times New Roman" panose="02020603050405020304" pitchFamily="18" charset="0"/>
                <a:cs typeface="Times New Roman" panose="02020603050405020304" pitchFamily="18" charset="0"/>
              </a:rPr>
              <a:t> ý Cha.</a:t>
            </a:r>
            <a:endParaRPr lang="en-US" sz="54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81563865"/>
      </p:ext>
    </p:extLst>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4455D3-7187-42FB-B446-E2B45A7EDA1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9B4170A-709C-47C6-9C75-17C4AD4F1ED4}"/>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00874592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3769"/>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Kết</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MẸ ĐỨNG ĐÓ (221)</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942318"/>
            <a:ext cx="9144000" cy="5105400"/>
          </a:xfrm>
        </p:spPr>
        <p:txBody>
          <a:bodyPr>
            <a:noAutofit/>
          </a:bodyPr>
          <a:lstStyle/>
          <a:p>
            <a:pPr algn="just"/>
            <a:r>
              <a:rPr lang="en-US" sz="5400" b="1" dirty="0">
                <a:latin typeface="Times New Roman" panose="02020603050405020304" pitchFamily="18" charset="0"/>
                <a:cs typeface="Times New Roman" panose="02020603050405020304" pitchFamily="18" charset="0"/>
              </a:rPr>
              <a:t>ĐK: </a:t>
            </a:r>
            <a:r>
              <a:rPr lang="en-US" sz="5400" b="1" dirty="0" err="1">
                <a:latin typeface="Times New Roman" panose="02020603050405020304" pitchFamily="18" charset="0"/>
                <a:cs typeface="Times New Roman" panose="02020603050405020304" pitchFamily="18" charset="0"/>
              </a:rPr>
              <a:t>Mẹ</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đứng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đó</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khi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hoàng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hôn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tím</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mầu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Nhạc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thương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trầm</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buông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hắt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hiu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Đồi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cao</a:t>
            </a:r>
            <a:r>
              <a:rPr lang="en-US" sz="5400" b="1" dirty="0">
                <a:latin typeface="Times New Roman" panose="02020603050405020304" pitchFamily="18" charset="0"/>
                <a:cs typeface="Times New Roman" panose="02020603050405020304" pitchFamily="18" charset="0"/>
              </a:rPr>
              <a:t> u </a:t>
            </a:r>
            <a:r>
              <a:rPr lang="en-US" sz="5400" b="1" dirty="0" err="1">
                <a:latin typeface="Times New Roman" panose="02020603050405020304" pitchFamily="18" charset="0"/>
                <a:cs typeface="Times New Roman" panose="02020603050405020304" pitchFamily="18" charset="0"/>
              </a:rPr>
              <a:t>hoài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loang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máu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đào</a:t>
            </a:r>
            <a:r>
              <a:rPr lang="en-US" sz="5400" b="1" dirty="0">
                <a:latin typeface="Times New Roman" panose="02020603050405020304" pitchFamily="18" charset="0"/>
                <a:cs typeface="Times New Roman" panose="02020603050405020304" pitchFamily="18" charset="0"/>
              </a:rPr>
              <a:t>. Con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đau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thương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treo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trên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Thập</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giá</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Hiến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thân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vì</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nhân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loại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tội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tình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tội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tình</a:t>
            </a:r>
            <a:r>
              <a:rPr lang="en-US" sz="5400" b="1" dirty="0">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92178179"/>
      </p:ext>
    </p:extLst>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3769"/>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Kết</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MẸ ĐỨNG ĐÓ (221)</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942318"/>
            <a:ext cx="9144000" cy="5105400"/>
          </a:xfrm>
        </p:spPr>
        <p:txBody>
          <a:bodyPr>
            <a:noAutofit/>
          </a:bodyPr>
          <a:lstStyle/>
          <a:p>
            <a:pPr algn="just"/>
            <a:r>
              <a:rPr lang="en-US" sz="5400" b="1" dirty="0" err="1">
                <a:latin typeface="Times New Roman" panose="02020603050405020304" pitchFamily="18" charset="0"/>
                <a:cs typeface="Times New Roman" panose="02020603050405020304" pitchFamily="18" charset="0"/>
              </a:rPr>
              <a:t>Mẹ</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đứng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đó</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tâm</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hồn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tê</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tái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sầu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Đồng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công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cùng</a:t>
            </a:r>
            <a:r>
              <a:rPr lang="en-US" sz="5400" b="1" dirty="0">
                <a:latin typeface="Times New Roman" panose="02020603050405020304" pitchFamily="18" charset="0"/>
                <a:cs typeface="Times New Roman" panose="02020603050405020304" pitchFamily="18" charset="0"/>
              </a:rPr>
              <a:t> con </a:t>
            </a:r>
            <a:r>
              <a:rPr lang="en-US" sz="5400" b="1" dirty="0" err="1">
                <a:latin typeface="Times New Roman" panose="02020603050405020304" pitchFamily="18" charset="0"/>
                <a:cs typeface="Times New Roman" panose="02020603050405020304" pitchFamily="18" charset="0"/>
              </a:rPr>
              <a:t>dấu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yêu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Vì</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thương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nhân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loại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bao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khốn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cùng</a:t>
            </a:r>
            <a:r>
              <a:rPr lang="en-US" sz="5400" b="1" dirty="0">
                <a:latin typeface="Times New Roman" panose="02020603050405020304" pitchFamily="18" charset="0"/>
                <a:cs typeface="Times New Roman" panose="02020603050405020304" pitchFamily="18" charset="0"/>
              </a:rPr>
              <a:t>. Xin </a:t>
            </a:r>
            <a:r>
              <a:rPr lang="en-US" sz="5400" b="1" dirty="0" err="1">
                <a:latin typeface="Times New Roman" panose="02020603050405020304" pitchFamily="18" charset="0"/>
                <a:cs typeface="Times New Roman" panose="02020603050405020304" pitchFamily="18" charset="0"/>
              </a:rPr>
              <a:t>dẫn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đưa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bao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tâm</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hồn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lạc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hướng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về</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bên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Mẹ</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Mẹ</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ơi</a:t>
            </a:r>
            <a:r>
              <a:rPr lang="en-US" sz="5400" b="1" dirty="0">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38982610"/>
      </p:ext>
    </p:extLst>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3769"/>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Kết</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MẸ ĐỨNG ĐÓ (221)</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942318"/>
            <a:ext cx="9144000" cy="5105400"/>
          </a:xfrm>
        </p:spPr>
        <p:txBody>
          <a:bodyPr>
            <a:noAutofit/>
          </a:bodyPr>
          <a:lstStyle/>
          <a:p>
            <a:pPr algn="just"/>
            <a:r>
              <a:rPr lang="en-US" sz="5400" b="1" dirty="0">
                <a:latin typeface="Times New Roman" panose="02020603050405020304" pitchFamily="18" charset="0"/>
                <a:cs typeface="Times New Roman" panose="02020603050405020304" pitchFamily="18" charset="0"/>
              </a:rPr>
              <a:t>1. </a:t>
            </a:r>
            <a:r>
              <a:rPr lang="en-US" sz="5400" b="1" dirty="0" err="1">
                <a:latin typeface="Times New Roman" panose="02020603050405020304" pitchFamily="18" charset="0"/>
                <a:cs typeface="Times New Roman" panose="02020603050405020304" pitchFamily="18" charset="0"/>
              </a:rPr>
              <a:t>Hỡi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ai</a:t>
            </a:r>
            <a:r>
              <a:rPr lang="en-US" sz="5400" b="1" dirty="0">
                <a:latin typeface="Times New Roman" panose="02020603050405020304" pitchFamily="18" charset="0"/>
                <a:cs typeface="Times New Roman" panose="02020603050405020304" pitchFamily="18" charset="0"/>
              </a:rPr>
              <a:t> qua </a:t>
            </a:r>
            <a:r>
              <a:rPr lang="en-US" sz="5400" b="1" dirty="0" err="1">
                <a:latin typeface="Times New Roman" panose="02020603050405020304" pitchFamily="18" charset="0"/>
                <a:cs typeface="Times New Roman" panose="02020603050405020304" pitchFamily="18" charset="0"/>
              </a:rPr>
              <a:t>đường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ngừng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bước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đây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mà</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chiêm</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ngắm</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Chí</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tôn</a:t>
            </a:r>
            <a:r>
              <a:rPr lang="en-US" sz="5400" b="1" dirty="0">
                <a:latin typeface="Times New Roman" panose="02020603050405020304" pitchFamily="18" charset="0"/>
                <a:cs typeface="Times New Roman" panose="02020603050405020304" pitchFamily="18" charset="0"/>
              </a:rPr>
              <a:t> cam </a:t>
            </a:r>
            <a:r>
              <a:rPr lang="en-US" sz="5400" b="1" dirty="0" err="1">
                <a:latin typeface="Times New Roman" panose="02020603050405020304" pitchFamily="18" charset="0"/>
                <a:cs typeface="Times New Roman" panose="02020603050405020304" pitchFamily="18" charset="0"/>
              </a:rPr>
              <a:t>chịu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muôn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nỗi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khổ</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đau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Vì</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thương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toàn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nhân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loại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muôn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chốn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muôn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Ngày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đêm</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khóc</a:t>
            </a:r>
            <a:r>
              <a:rPr lang="en-US" sz="5400" b="1" dirty="0">
                <a:latin typeface="Times New Roman" panose="02020603050405020304" pitchFamily="18" charset="0"/>
                <a:cs typeface="Times New Roman" panose="02020603050405020304" pitchFamily="18" charset="0"/>
              </a:rPr>
              <a:t> than </a:t>
            </a:r>
            <a:r>
              <a:rPr lang="en-US" sz="5400" b="1" dirty="0" err="1">
                <a:latin typeface="Times New Roman" panose="02020603050405020304" pitchFamily="18" charset="0"/>
                <a:cs typeface="Times New Roman" panose="02020603050405020304" pitchFamily="18" charset="0"/>
              </a:rPr>
              <a:t>mong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chờ</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vinh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phúc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quê</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trời</a:t>
            </a:r>
            <a:r>
              <a:rPr lang="en-US" sz="5400" b="1" dirty="0">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24621592"/>
      </p:ext>
    </p:extLst>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3769"/>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Kết</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MẸ ĐỨNG ĐÓ (221)</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942318"/>
            <a:ext cx="9144000" cy="5105400"/>
          </a:xfrm>
        </p:spPr>
        <p:txBody>
          <a:bodyPr>
            <a:noAutofit/>
          </a:bodyPr>
          <a:lstStyle/>
          <a:p>
            <a:pPr algn="just"/>
            <a:r>
              <a:rPr lang="en-US" sz="5400" b="1" dirty="0">
                <a:latin typeface="Times New Roman" panose="02020603050405020304" pitchFamily="18" charset="0"/>
                <a:cs typeface="Times New Roman" panose="02020603050405020304" pitchFamily="18" charset="0"/>
              </a:rPr>
              <a:t>ĐK: </a:t>
            </a:r>
            <a:r>
              <a:rPr lang="en-US" sz="5400" b="1" dirty="0" err="1">
                <a:latin typeface="Times New Roman" panose="02020603050405020304" pitchFamily="18" charset="0"/>
                <a:cs typeface="Times New Roman" panose="02020603050405020304" pitchFamily="18" charset="0"/>
              </a:rPr>
              <a:t>Mẹ</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đứng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đó</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khi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hoàng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hôn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tím</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mầu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Nhạc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thương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trầm</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buông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hắt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hiu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Đồi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cao</a:t>
            </a:r>
            <a:r>
              <a:rPr lang="en-US" sz="5400" b="1" dirty="0">
                <a:latin typeface="Times New Roman" panose="02020603050405020304" pitchFamily="18" charset="0"/>
                <a:cs typeface="Times New Roman" panose="02020603050405020304" pitchFamily="18" charset="0"/>
              </a:rPr>
              <a:t> u </a:t>
            </a:r>
            <a:r>
              <a:rPr lang="en-US" sz="5400" b="1" dirty="0" err="1">
                <a:latin typeface="Times New Roman" panose="02020603050405020304" pitchFamily="18" charset="0"/>
                <a:cs typeface="Times New Roman" panose="02020603050405020304" pitchFamily="18" charset="0"/>
              </a:rPr>
              <a:t>hoài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loang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máu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đào</a:t>
            </a:r>
            <a:r>
              <a:rPr lang="en-US" sz="5400" b="1" dirty="0">
                <a:latin typeface="Times New Roman" panose="02020603050405020304" pitchFamily="18" charset="0"/>
                <a:cs typeface="Times New Roman" panose="02020603050405020304" pitchFamily="18" charset="0"/>
              </a:rPr>
              <a:t>. Con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đau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thương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treo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trên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Thập</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giá</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Hiến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thân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vì</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nhân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loại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tội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tình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tội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tình</a:t>
            </a:r>
            <a:r>
              <a:rPr lang="en-US" sz="5400" b="1" dirty="0">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00411873"/>
      </p:ext>
    </p:extLst>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3769"/>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Kết</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MẸ ĐỨNG ĐÓ (221)</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942318"/>
            <a:ext cx="9144000" cy="5105400"/>
          </a:xfrm>
        </p:spPr>
        <p:txBody>
          <a:bodyPr>
            <a:noAutofit/>
          </a:bodyPr>
          <a:lstStyle/>
          <a:p>
            <a:pPr algn="just"/>
            <a:r>
              <a:rPr lang="en-US" sz="5400" b="1" dirty="0" err="1">
                <a:latin typeface="Times New Roman" panose="02020603050405020304" pitchFamily="18" charset="0"/>
                <a:cs typeface="Times New Roman" panose="02020603050405020304" pitchFamily="18" charset="0"/>
              </a:rPr>
              <a:t>Mẹ</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đứng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đó</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tâm</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hồn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tê</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tái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sầu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Đồng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công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cùng</a:t>
            </a:r>
            <a:r>
              <a:rPr lang="en-US" sz="5400" b="1" dirty="0">
                <a:latin typeface="Times New Roman" panose="02020603050405020304" pitchFamily="18" charset="0"/>
                <a:cs typeface="Times New Roman" panose="02020603050405020304" pitchFamily="18" charset="0"/>
              </a:rPr>
              <a:t> con </a:t>
            </a:r>
            <a:r>
              <a:rPr lang="en-US" sz="5400" b="1" dirty="0" err="1">
                <a:latin typeface="Times New Roman" panose="02020603050405020304" pitchFamily="18" charset="0"/>
                <a:cs typeface="Times New Roman" panose="02020603050405020304" pitchFamily="18" charset="0"/>
              </a:rPr>
              <a:t>dấu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yêu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Vì</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thương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nhân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loại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bao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khốn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cùng</a:t>
            </a:r>
            <a:r>
              <a:rPr lang="en-US" sz="5400" b="1" dirty="0">
                <a:latin typeface="Times New Roman" panose="02020603050405020304" pitchFamily="18" charset="0"/>
                <a:cs typeface="Times New Roman" panose="02020603050405020304" pitchFamily="18" charset="0"/>
              </a:rPr>
              <a:t>. Xin </a:t>
            </a:r>
            <a:r>
              <a:rPr lang="en-US" sz="5400" b="1" dirty="0" err="1">
                <a:latin typeface="Times New Roman" panose="02020603050405020304" pitchFamily="18" charset="0"/>
                <a:cs typeface="Times New Roman" panose="02020603050405020304" pitchFamily="18" charset="0"/>
              </a:rPr>
              <a:t>dẫn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đưa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bao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tâm</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hồn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lạc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hướng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về</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bên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Mẹ</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Mẹ</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ơi</a:t>
            </a:r>
            <a:r>
              <a:rPr lang="en-US" sz="5400" b="1" dirty="0">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46111244"/>
      </p:ext>
    </p:extLst>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3769"/>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Kết</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MẸ ĐỨNG ĐÓ (221)</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942318"/>
            <a:ext cx="9144000" cy="5105400"/>
          </a:xfrm>
        </p:spPr>
        <p:txBody>
          <a:bodyPr>
            <a:noAutofit/>
          </a:bodyPr>
          <a:lstStyle/>
          <a:p>
            <a:pPr algn="just"/>
            <a:r>
              <a:rPr lang="en-US" sz="5400" b="1" dirty="0">
                <a:latin typeface="Times New Roman" panose="02020603050405020304" pitchFamily="18" charset="0"/>
                <a:cs typeface="Times New Roman" panose="02020603050405020304" pitchFamily="18" charset="0"/>
              </a:rPr>
              <a:t>2. </a:t>
            </a:r>
            <a:r>
              <a:rPr lang="en-US" sz="5400" b="1" dirty="0" err="1">
                <a:latin typeface="Times New Roman" panose="02020603050405020304" pitchFamily="18" charset="0"/>
                <a:cs typeface="Times New Roman" panose="02020603050405020304" pitchFamily="18" charset="0"/>
              </a:rPr>
              <a:t>Ngước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trông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Mẹ</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lành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thành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kính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dâng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kêu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khấn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giữa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thế</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gian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khổ</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sầu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xin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hãy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ủi</a:t>
            </a:r>
            <a:r>
              <a:rPr lang="en-US" sz="5400" b="1" dirty="0">
                <a:latin typeface="Times New Roman" panose="02020603050405020304" pitchFamily="18" charset="0"/>
                <a:cs typeface="Times New Roman" panose="02020603050405020304" pitchFamily="18" charset="0"/>
              </a:rPr>
              <a:t> an. </a:t>
            </a:r>
            <a:r>
              <a:rPr lang="en-US" sz="5400" b="1" dirty="0" err="1">
                <a:latin typeface="Times New Roman" panose="02020603050405020304" pitchFamily="18" charset="0"/>
                <a:cs typeface="Times New Roman" panose="02020603050405020304" pitchFamily="18" charset="0"/>
              </a:rPr>
              <a:t>Để</a:t>
            </a:r>
            <a:r>
              <a:rPr lang="en-US" sz="5400" b="1" dirty="0">
                <a:latin typeface="Times New Roman" panose="02020603050405020304" pitchFamily="18" charset="0"/>
                <a:cs typeface="Times New Roman" panose="02020603050405020304" pitchFamily="18" charset="0"/>
              </a:rPr>
              <a:t> con </a:t>
            </a:r>
            <a:r>
              <a:rPr lang="en-US" sz="5400" b="1" dirty="0" err="1">
                <a:latin typeface="Times New Roman" panose="02020603050405020304" pitchFamily="18" charset="0"/>
                <a:cs typeface="Times New Roman" panose="02020603050405020304" pitchFamily="18" charset="0"/>
              </a:rPr>
              <a:t>hằng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trung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thành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theo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trọn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Ngày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mai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sáng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tươi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bên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Mẹ</a:t>
            </a:r>
            <a:r>
              <a:rPr lang="en-US" sz="5400" b="1" dirty="0">
                <a:latin typeface="Times New Roman" panose="02020603050405020304" pitchFamily="18" charset="0"/>
                <a:cs typeface="Times New Roman" panose="02020603050405020304" pitchFamily="18" charset="0"/>
              </a:rPr>
              <a:t> ca </a:t>
            </a:r>
            <a:r>
              <a:rPr lang="en-US" sz="5400" b="1" dirty="0" err="1">
                <a:latin typeface="Times New Roman" panose="02020603050405020304" pitchFamily="18" charset="0"/>
                <a:cs typeface="Times New Roman" panose="02020603050405020304" pitchFamily="18" charset="0"/>
              </a:rPr>
              <a:t>khúc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khải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hoàn</a:t>
            </a:r>
            <a:r>
              <a:rPr lang="en-US" sz="5400" b="1" dirty="0">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58179723"/>
      </p:ext>
    </p:extLst>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3769"/>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Kết</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MẸ ĐỨNG ĐÓ (221)</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942318"/>
            <a:ext cx="9144000" cy="5105400"/>
          </a:xfrm>
        </p:spPr>
        <p:txBody>
          <a:bodyPr>
            <a:noAutofit/>
          </a:bodyPr>
          <a:lstStyle/>
          <a:p>
            <a:pPr algn="just"/>
            <a:r>
              <a:rPr lang="en-US" sz="5400" b="1" dirty="0">
                <a:latin typeface="Times New Roman" panose="02020603050405020304" pitchFamily="18" charset="0"/>
                <a:cs typeface="Times New Roman" panose="02020603050405020304" pitchFamily="18" charset="0"/>
              </a:rPr>
              <a:t>ĐK: </a:t>
            </a:r>
            <a:r>
              <a:rPr lang="en-US" sz="5400" b="1" dirty="0" err="1">
                <a:latin typeface="Times New Roman" panose="02020603050405020304" pitchFamily="18" charset="0"/>
                <a:cs typeface="Times New Roman" panose="02020603050405020304" pitchFamily="18" charset="0"/>
              </a:rPr>
              <a:t>Mẹ</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đứng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đó</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khi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hoàng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hôn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tím</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mầu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Nhạc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thương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trầm</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buông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hắt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hiu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Đồi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cao</a:t>
            </a:r>
            <a:r>
              <a:rPr lang="en-US" sz="5400" b="1" dirty="0">
                <a:latin typeface="Times New Roman" panose="02020603050405020304" pitchFamily="18" charset="0"/>
                <a:cs typeface="Times New Roman" panose="02020603050405020304" pitchFamily="18" charset="0"/>
              </a:rPr>
              <a:t> u </a:t>
            </a:r>
            <a:r>
              <a:rPr lang="en-US" sz="5400" b="1" dirty="0" err="1">
                <a:latin typeface="Times New Roman" panose="02020603050405020304" pitchFamily="18" charset="0"/>
                <a:cs typeface="Times New Roman" panose="02020603050405020304" pitchFamily="18" charset="0"/>
              </a:rPr>
              <a:t>hoài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loang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máu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đào</a:t>
            </a:r>
            <a:r>
              <a:rPr lang="en-US" sz="5400" b="1" dirty="0">
                <a:latin typeface="Times New Roman" panose="02020603050405020304" pitchFamily="18" charset="0"/>
                <a:cs typeface="Times New Roman" panose="02020603050405020304" pitchFamily="18" charset="0"/>
              </a:rPr>
              <a:t>. Con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đau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thương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treo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trên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Thập</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giá</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Hiến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thân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vì</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nhân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loại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tội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tình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tội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tình</a:t>
            </a:r>
            <a:r>
              <a:rPr lang="en-US" sz="5400" b="1" dirty="0">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18998703"/>
      </p:ext>
    </p:extLst>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3769"/>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Kết</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MẸ ĐỨNG ĐÓ (221)</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942318"/>
            <a:ext cx="9144000" cy="5105400"/>
          </a:xfrm>
        </p:spPr>
        <p:txBody>
          <a:bodyPr>
            <a:noAutofit/>
          </a:bodyPr>
          <a:lstStyle/>
          <a:p>
            <a:pPr algn="just"/>
            <a:r>
              <a:rPr lang="en-US" sz="5400" b="1" dirty="0" err="1">
                <a:latin typeface="Times New Roman" panose="02020603050405020304" pitchFamily="18" charset="0"/>
                <a:cs typeface="Times New Roman" panose="02020603050405020304" pitchFamily="18" charset="0"/>
              </a:rPr>
              <a:t>Mẹ</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đứng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đó</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tâm</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hồn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tê</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tái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sầu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Đồng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công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cùng</a:t>
            </a:r>
            <a:r>
              <a:rPr lang="en-US" sz="5400" b="1" dirty="0">
                <a:latin typeface="Times New Roman" panose="02020603050405020304" pitchFamily="18" charset="0"/>
                <a:cs typeface="Times New Roman" panose="02020603050405020304" pitchFamily="18" charset="0"/>
              </a:rPr>
              <a:t> con </a:t>
            </a:r>
            <a:r>
              <a:rPr lang="en-US" sz="5400" b="1" dirty="0" err="1">
                <a:latin typeface="Times New Roman" panose="02020603050405020304" pitchFamily="18" charset="0"/>
                <a:cs typeface="Times New Roman" panose="02020603050405020304" pitchFamily="18" charset="0"/>
              </a:rPr>
              <a:t>dấu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yêu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Vì</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thương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nhân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loại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bao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khốn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cùng</a:t>
            </a:r>
            <a:r>
              <a:rPr lang="en-US" sz="5400" b="1" dirty="0">
                <a:latin typeface="Times New Roman" panose="02020603050405020304" pitchFamily="18" charset="0"/>
                <a:cs typeface="Times New Roman" panose="02020603050405020304" pitchFamily="18" charset="0"/>
              </a:rPr>
              <a:t>. Xin </a:t>
            </a:r>
            <a:r>
              <a:rPr lang="en-US" sz="5400" b="1" dirty="0" err="1">
                <a:latin typeface="Times New Roman" panose="02020603050405020304" pitchFamily="18" charset="0"/>
                <a:cs typeface="Times New Roman" panose="02020603050405020304" pitchFamily="18" charset="0"/>
              </a:rPr>
              <a:t>dẫn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đưa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bao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tâm</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hồn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lạc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hướng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về</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bên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Mẹ</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Mẹ</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ơi</a:t>
            </a:r>
            <a:r>
              <a:rPr lang="en-US" sz="5400" b="1" dirty="0">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41858596"/>
      </p:ext>
    </p:extLst>
  </p:cSld>
  <p:clrMapOvr>
    <a:masterClrMapping/>
  </p:clrMapOvr>
  <p:transition/>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4489</TotalTime>
  <Words>1925</Words>
  <Application>Microsoft Office PowerPoint</Application>
  <PresentationFormat>On-screen Show (4:3)</PresentationFormat>
  <Paragraphs>85</Paragraphs>
  <Slides>46</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46</vt:i4>
      </vt:variant>
    </vt:vector>
  </HeadingPairs>
  <TitlesOfParts>
    <vt:vector size="51" baseType="lpstr">
      <vt:lpstr>Arial</vt:lpstr>
      <vt:lpstr>Calibri</vt:lpstr>
      <vt:lpstr>Calibri Light</vt:lpstr>
      <vt:lpstr>Times New Roman</vt:lpstr>
      <vt:lpstr>Office Theme</vt:lpstr>
      <vt:lpstr>KINH CẦU CHO ĐẠI DỊCH</vt:lpstr>
      <vt:lpstr>KINH CẦU CHO ĐẠI DỊCH</vt:lpstr>
      <vt:lpstr>KINH CẦU CHO ĐẠI DỊCH</vt:lpstr>
      <vt:lpstr>KINH CẦU CHO ĐẠI DỊCH</vt:lpstr>
      <vt:lpstr>KINH CẦU CHO ĐẠI DỊCH</vt:lpstr>
      <vt:lpstr>KINH CẦU CHO ĐẠI DỊCH</vt:lpstr>
      <vt:lpstr>PowerPoint Presentation</vt:lpstr>
      <vt:lpstr>            CON KÍNH THỜ (HH)</vt:lpstr>
      <vt:lpstr>            CON KÍNH THỜ (HH)</vt:lpstr>
      <vt:lpstr>            CON KÍNH THỜ (HH)</vt:lpstr>
      <vt:lpstr>            CON KÍNH THỜ (HH)</vt:lpstr>
      <vt:lpstr>            CON KÍNH THỜ (HH)</vt:lpstr>
      <vt:lpstr>            CON KÍNH THỜ (HH)</vt:lpstr>
      <vt:lpstr>            CON KÍNH THỜ (HH)</vt:lpstr>
      <vt:lpstr>            CON KÍNH THỜ (HH)</vt:lpstr>
      <vt:lpstr>            CON KÍNH THỜ (HH)</vt:lpstr>
      <vt:lpstr>             CON KÍNH THỜ (HH)</vt:lpstr>
      <vt:lpstr>             CON KÍNH THỜ (HH)</vt:lpstr>
      <vt:lpstr>             CON KÍNH THỜ (HH)</vt:lpstr>
      <vt:lpstr>             CON KÍNH THỜ (HH)</vt:lpstr>
      <vt:lpstr>            CON KÍNH THỜ (HH)</vt:lpstr>
      <vt:lpstr>PowerPoint Presentation</vt:lpstr>
      <vt:lpstr>            PHÓ THÁC (ND)</vt:lpstr>
      <vt:lpstr>            PHÓ THÁC (ND)</vt:lpstr>
      <vt:lpstr>            PHÓ THÁC (ND)</vt:lpstr>
      <vt:lpstr>            PHÓ THÁC (ND)</vt:lpstr>
      <vt:lpstr>            PHÓ THÁC (ND)</vt:lpstr>
      <vt:lpstr>            PHÓ THÁC (ND)</vt:lpstr>
      <vt:lpstr>            PHÓ THÁC (ND)</vt:lpstr>
      <vt:lpstr>            PHÓ THÁC (ND)</vt:lpstr>
      <vt:lpstr>PowerPoint Presentation</vt:lpstr>
      <vt:lpstr>     NẾU ĐẸP LÒNG CHA</vt:lpstr>
      <vt:lpstr>     NẾU ĐẸP LÒNG CHA</vt:lpstr>
      <vt:lpstr>     NẾU ĐẸP LÒNG CHA</vt:lpstr>
      <vt:lpstr>     NẾU ĐẸP LÒNG CHA</vt:lpstr>
      <vt:lpstr>     NẾU ĐẸP LÒNG CHA</vt:lpstr>
      <vt:lpstr>     NẾU ĐẸP LÒNG CHA</vt:lpstr>
      <vt:lpstr>PowerPoint Presentation</vt:lpstr>
      <vt:lpstr>Kết lễ                                             MẸ ĐỨNG ĐÓ (221)</vt:lpstr>
      <vt:lpstr>Kết lễ                                             MẸ ĐỨNG ĐÓ (221)</vt:lpstr>
      <vt:lpstr>Kết lễ                                             MẸ ĐỨNG ĐÓ (221)</vt:lpstr>
      <vt:lpstr>Kết lễ                                             MẸ ĐỨNG ĐÓ (221)</vt:lpstr>
      <vt:lpstr>Kết lễ                                             MẸ ĐỨNG ĐÓ (221)</vt:lpstr>
      <vt:lpstr>Kết lễ                                             MẸ ĐỨNG ĐÓ (221)</vt:lpstr>
      <vt:lpstr>Kết lễ                                             MẸ ĐỨNG ĐÓ (221)</vt:lpstr>
      <vt:lpstr>Kết lễ                                             MẸ ĐỨNG ĐÓ (221)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Nhập Lễ                                    BÀI CA NGÀN TRÙNG 499 </dc:title>
  <dc:creator>Anh Tran</dc:creator>
  <cp:lastModifiedBy>Anh</cp:lastModifiedBy>
  <cp:revision>1433</cp:revision>
  <dcterms:created xsi:type="dcterms:W3CDTF">2018-09-17T12:52:44Z</dcterms:created>
  <dcterms:modified xsi:type="dcterms:W3CDTF">2021-04-01T07:45:05Z</dcterms:modified>
</cp:coreProperties>
</file>