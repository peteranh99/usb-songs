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6"/>
  </p:notesMasterIdLst>
  <p:sldIdLst>
    <p:sldId id="4112" r:id="rId2"/>
    <p:sldId id="4113" r:id="rId3"/>
    <p:sldId id="4114" r:id="rId4"/>
    <p:sldId id="4115" r:id="rId5"/>
    <p:sldId id="4116" r:id="rId6"/>
    <p:sldId id="4117" r:id="rId7"/>
    <p:sldId id="4372" r:id="rId8"/>
    <p:sldId id="3382" r:id="rId9"/>
    <p:sldId id="3383" r:id="rId10"/>
    <p:sldId id="5120" r:id="rId11"/>
    <p:sldId id="5113" r:id="rId12"/>
    <p:sldId id="5121" r:id="rId13"/>
    <p:sldId id="4653" r:id="rId14"/>
    <p:sldId id="4654" r:id="rId15"/>
    <p:sldId id="1945" r:id="rId16"/>
    <p:sldId id="1946" r:id="rId17"/>
    <p:sldId id="1947" r:id="rId18"/>
    <p:sldId id="5122" r:id="rId19"/>
    <p:sldId id="964" r:id="rId20"/>
    <p:sldId id="5130" r:id="rId21"/>
    <p:sldId id="5131" r:id="rId22"/>
    <p:sldId id="5132" r:id="rId23"/>
    <p:sldId id="5134" r:id="rId24"/>
    <p:sldId id="3452" r:id="rId25"/>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varScale="1">
        <p:scale>
          <a:sx n="77" d="100"/>
          <a:sy n="77" d="100"/>
        </p:scale>
        <p:origin x="1757" y="43"/>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22/02/2021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22/02/2021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22/02/2021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22/02/2021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22/02/2021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22/02/2021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22/02/2021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22/02/2021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22/02/2021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22/02/2021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22/02/2021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22/02/2021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22/02/2021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dung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phạm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23319108"/>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lệ</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van </a:t>
            </a:r>
            <a:r>
              <a:rPr lang="en-US" sz="5400" b="1" dirty="0" err="1">
                <a:latin typeface="Times New Roman" panose="02020603050405020304" pitchFamily="18" charset="0"/>
                <a:cs typeface="Times New Roman" panose="02020603050405020304" pitchFamily="18" charset="0"/>
              </a:rPr>
              <a:t>nài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30764572"/>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dung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phạm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62780467"/>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Chìa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lầm</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654813"/>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dung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phạm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97732448"/>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01133"/>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a:latin typeface="Times New Roman" panose="02020603050405020304" pitchFamily="18" charset="0"/>
                <a:cs typeface="Times New Roman" panose="02020603050405020304" pitchFamily="18" charset="0"/>
              </a:rPr>
              <a:t>Ai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thẳng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chỉ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0548"/>
            <a:ext cx="9144000" cy="7180234"/>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a:t>
            </a:r>
            <a:r>
              <a:rPr lang="en-US" sz="5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a:t>
            </a:r>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Tin </a:t>
            </a:r>
            <a:r>
              <a:rPr lang="en-US" sz="5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endPar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GIAO HÒA 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9725"/>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Cha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toàn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đẹp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chiều</a:t>
            </a:r>
            <a:r>
              <a:rPr lang="en-US" sz="5400" b="1" dirty="0">
                <a:latin typeface="Times New Roman" pitchFamily="18" charset="0"/>
                <a:cs typeface="Times New Roman" pitchFamily="18" charset="0"/>
              </a:rPr>
              <a:t>.</a:t>
            </a: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55946351"/>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GIAO HÒA 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575"/>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hòa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toàn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thiết</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lầm</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86467580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GIAO HÒA 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2.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Cha </a:t>
            </a:r>
            <a:r>
              <a:rPr lang="en-US" sz="5400" b="1" dirty="0" err="1">
                <a:solidFill>
                  <a:schemeClr val="tx1"/>
                </a:solidFill>
                <a:latin typeface="Times New Roman" pitchFamily="18" charset="0"/>
                <a:cs typeface="Times New Roman" pitchFamily="18" charset="0"/>
              </a:rPr>
              <a:t>cuộc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đắng</a:t>
            </a:r>
            <a:r>
              <a:rPr lang="en-US" sz="5400" b="1" dirty="0">
                <a:solidFill>
                  <a:schemeClr val="tx1"/>
                </a:solidFill>
                <a:latin typeface="Times New Roman" pitchFamily="18" charset="0"/>
                <a:cs typeface="Times New Roman" pitchFamily="18" charset="0"/>
              </a:rPr>
              <a:t> cay. </a:t>
            </a:r>
            <a:r>
              <a:rPr lang="en-US" sz="5400" b="1" dirty="0" err="1">
                <a:solidFill>
                  <a:schemeClr val="tx1"/>
                </a:solidFill>
                <a:latin typeface="Times New Roman" pitchFamily="18" charset="0"/>
                <a:cs typeface="Times New Roman" pitchFamily="18" charset="0"/>
              </a:rPr>
              <a:t>Nước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mắt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tràn</a:t>
            </a:r>
            <a:r>
              <a:rPr lang="en-US" sz="5400" b="1" dirty="0">
                <a:solidFill>
                  <a:schemeClr val="tx1"/>
                </a:solidFill>
                <a:latin typeface="Times New Roman" pitchFamily="18" charset="0"/>
                <a:cs typeface="Times New Roman" pitchFamily="18" charset="0"/>
              </a:rPr>
              <a:t> mi, </a:t>
            </a:r>
            <a:r>
              <a:rPr lang="en-US" sz="5400" b="1" dirty="0" err="1">
                <a:solidFill>
                  <a:schemeClr val="tx1"/>
                </a:solidFill>
                <a:latin typeface="Times New Roman" pitchFamily="18" charset="0"/>
                <a:cs typeface="Times New Roman" pitchFamily="18" charset="0"/>
              </a:rPr>
              <a:t>nguyện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đỡ</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đêm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22523230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GIAO HÒA 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575"/>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hòa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toàn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thiết</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lầm</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098275613"/>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464128"/>
            <a:ext cx="9144000" cy="6234545"/>
          </a:xfrm>
        </p:spPr>
        <p:txBody>
          <a:bodyPr>
            <a:normAutofit/>
          </a:bodyPr>
          <a:lstStyle/>
          <a:p>
            <a:pPr algn="just"/>
            <a:r>
              <a:rPr lang="en-US" sz="5400" b="1" dirty="0">
                <a:solidFill>
                  <a:srgbClr val="FF0000"/>
                </a:solidFill>
                <a:latin typeface="Times New Roman" pitchFamily="18" charset="0"/>
                <a:cs typeface="Times New Roman" pitchFamily="18" charset="0"/>
              </a:rPr>
              <a:t>CA HIỆP LỄ</a:t>
            </a:r>
          </a:p>
          <a:p>
            <a:pPr algn="just"/>
            <a:r>
              <a:rPr lang="en-US" sz="6000" b="1" dirty="0" err="1">
                <a:latin typeface="Times New Roman" pitchFamily="18" charset="0"/>
                <a:cs typeface="Times New Roman" pitchFamily="18" charset="0"/>
              </a:rPr>
              <a:t>Họ</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đã</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ăn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và</a:t>
            </a:r>
            <a:r>
              <a:rPr lang="en-US" sz="6000" b="1" dirty="0">
                <a:latin typeface="Times New Roman" pitchFamily="18" charset="0"/>
                <a:cs typeface="Times New Roman" pitchFamily="18" charset="0"/>
              </a:rPr>
              <a:t> no </a:t>
            </a:r>
            <a:r>
              <a:rPr lang="en-US" sz="6000" b="1" dirty="0" err="1">
                <a:latin typeface="Times New Roman" pitchFamily="18" charset="0"/>
                <a:cs typeface="Times New Roman" pitchFamily="18" charset="0"/>
              </a:rPr>
              <a:t>phỉ</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hoàn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toàn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và</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Chúa</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đã</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cho</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họ</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được</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thỏa</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lòng</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ao</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ước</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nhưng</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họ</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vẫn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chưa</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hết</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thèm</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thuồng</a:t>
            </a:r>
            <a:r>
              <a:rPr lang="en-US" sz="6000" b="1" dirty="0">
                <a:latin typeface="Times New Roman" pitchFamily="18" charset="0"/>
                <a:cs typeface="Times New Roman" pitchFamily="18" charset="0"/>
              </a:rPr>
              <a:t>.</a:t>
            </a:r>
            <a:endParaRPr lang="en-US" sz="6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9994199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vi-VN" sz="5400" b="1" dirty="0">
                <a:latin typeface="+mj-lt"/>
              </a:rPr>
              <a:t>1/ Con trông cậy Chúa giữa bao thăng trầm cuộc đời, con trông cậy Chúa giữa bao ngày tháng chơi vơi, có khi lòng êm ái, có khi lòng u hoài, con trông cậy Chúa vững đôi vai vững đôi tay hát vui say suốt đời.</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268580236"/>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7600"/>
            <a:ext cx="9144000" cy="7030720"/>
          </a:xfrm>
        </p:spPr>
        <p:txBody>
          <a:bodyPr>
            <a:noAutofit/>
          </a:bodyPr>
          <a:lstStyle/>
          <a:p>
            <a:pPr algn="just"/>
            <a:r>
              <a:rPr lang="vi-VN" sz="5400" b="1" dirty="0">
                <a:latin typeface="+mj-lt"/>
              </a:rPr>
              <a:t>ĐK: Con trông cậy Chúa dâng Ngài tất cả </a:t>
            </a:r>
            <a:r>
              <a:rPr lang="en-US" sz="5400" b="1" dirty="0" err="1">
                <a:latin typeface="Times New Roman" panose="02020603050405020304" pitchFamily="18" charset="0"/>
                <a:cs typeface="Times New Roman" panose="02020603050405020304" pitchFamily="18" charset="0"/>
              </a:rPr>
              <a:t>âu</a:t>
            </a:r>
            <a:r>
              <a:rPr lang="en-US" sz="5400" b="1" dirty="0">
                <a:latin typeface="Times New Roman" panose="02020603050405020304" pitchFamily="18" charset="0"/>
                <a:cs typeface="Times New Roman" panose="02020603050405020304" pitchFamily="18" charset="0"/>
              </a:rPr>
              <a:t> lo,</a:t>
            </a:r>
            <a:r>
              <a:rPr lang="vi-VN" sz="5400" b="1" dirty="0">
                <a:latin typeface="Times New Roman" panose="02020603050405020304" pitchFamily="18" charset="0"/>
                <a:cs typeface="Times New Roman" panose="02020603050405020304" pitchFamily="18" charset="0"/>
              </a:rPr>
              <a:t> </a:t>
            </a:r>
            <a:r>
              <a:rPr lang="vi-VN" sz="5400" b="1" dirty="0">
                <a:latin typeface="+mj-lt"/>
              </a:rPr>
              <a:t>trong đời sống trôi miệt mài, con trông cậy Ngài dù cho nhân thế đổi thay, Chúa còn đây mãi còn đây.</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915537472"/>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vi-VN" sz="5400" b="1" dirty="0">
                <a:latin typeface="+mj-lt"/>
              </a:rPr>
              <a:t>2/ Đi trong cuộc sống thấy hoa tươi dệt nụ cười, đi trong cuộc sống lắng nghe lệ đắng tuôn rơi, nắng đưa mùa xuân tới, gió </a:t>
            </a:r>
            <a:r>
              <a:rPr lang="en-US" sz="5400" b="1" dirty="0" err="1">
                <a:latin typeface="Times New Roman" panose="02020603050405020304" pitchFamily="18" charset="0"/>
                <a:cs typeface="Times New Roman" panose="02020603050405020304" pitchFamily="18" charset="0"/>
              </a:rPr>
              <a:t>theo</a:t>
            </a:r>
            <a:r>
              <a:rPr lang="vi-VN" sz="5400" b="1" dirty="0">
                <a:latin typeface="+mj-lt"/>
              </a:rPr>
              <a:t> mùa đông về, con trông cậy Chúa dẫu hân hoan dẫu gian nan vẫn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vi-VN" sz="5400" b="1" dirty="0">
                <a:latin typeface="+mj-lt"/>
              </a:rPr>
              <a:t>tiếng cười.</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275314850"/>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7600"/>
            <a:ext cx="9144000" cy="7030720"/>
          </a:xfrm>
        </p:spPr>
        <p:txBody>
          <a:bodyPr>
            <a:noAutofit/>
          </a:bodyPr>
          <a:lstStyle/>
          <a:p>
            <a:pPr algn="just"/>
            <a:r>
              <a:rPr lang="vi-VN" sz="5400" b="1" dirty="0">
                <a:latin typeface="+mj-lt"/>
              </a:rPr>
              <a:t>ĐK: Con trông cậy Chúa dâng Ngài tất cả </a:t>
            </a:r>
            <a:r>
              <a:rPr lang="en-US" sz="5400" b="1" dirty="0" err="1">
                <a:latin typeface="Times New Roman" panose="02020603050405020304" pitchFamily="18" charset="0"/>
                <a:cs typeface="Times New Roman" panose="02020603050405020304" pitchFamily="18" charset="0"/>
              </a:rPr>
              <a:t>âu</a:t>
            </a:r>
            <a:r>
              <a:rPr lang="en-US" sz="5400" b="1" dirty="0">
                <a:latin typeface="Times New Roman" panose="02020603050405020304" pitchFamily="18" charset="0"/>
                <a:cs typeface="Times New Roman" panose="02020603050405020304" pitchFamily="18" charset="0"/>
              </a:rPr>
              <a:t> lo,</a:t>
            </a:r>
            <a:r>
              <a:rPr lang="vi-VN" sz="5400" b="1" dirty="0">
                <a:latin typeface="Times New Roman" panose="02020603050405020304" pitchFamily="18" charset="0"/>
                <a:cs typeface="Times New Roman" panose="02020603050405020304" pitchFamily="18" charset="0"/>
              </a:rPr>
              <a:t> </a:t>
            </a:r>
            <a:r>
              <a:rPr lang="vi-VN" sz="5400" b="1" dirty="0">
                <a:latin typeface="+mj-lt"/>
              </a:rPr>
              <a:t>trong đời sống trôi miệt mài, con trông cậy Ngài dù cho nhân thế đổi thay, Chúa còn đây mãi còn đây.</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94667422"/>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GIỌT LỆ SẦU (384)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191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nay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quỳ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p>
          <a:p>
            <a:pPr algn="just"/>
            <a:r>
              <a:rPr lang="en-US" sz="5400" b="1" dirty="0">
                <a:latin typeface="Times New Roman" panose="02020603050405020304" pitchFamily="18" charset="0"/>
                <a:cs typeface="Times New Roman" panose="02020603050405020304" pitchFamily="18" charset="0"/>
              </a:rPr>
              <a:t>1. Con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say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lầm</a:t>
            </a:r>
            <a:r>
              <a:rPr lang="en-US" sz="5400" b="1" dirty="0">
                <a:latin typeface="Times New Roman" panose="02020603050405020304" pitchFamily="18" charset="0"/>
                <a:cs typeface="Times New Roman" panose="02020603050405020304" pitchFamily="18" charset="0"/>
              </a:rPr>
              <a:t>. Nay con </a:t>
            </a:r>
            <a:r>
              <a:rPr lang="en-US" sz="5400" b="1" dirty="0" err="1">
                <a:latin typeface="Times New Roman" panose="02020603050405020304" pitchFamily="18" charset="0"/>
                <a:cs typeface="Times New Roman" panose="02020603050405020304" pitchFamily="18" charset="0"/>
              </a:rPr>
              <a:t>quyết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quay </a:t>
            </a:r>
            <a:r>
              <a:rPr lang="en-US" sz="5400" b="1" dirty="0" err="1">
                <a:latin typeface="Times New Roman" panose="02020603050405020304" pitchFamily="18" charset="0"/>
                <a:cs typeface="Times New Roman" panose="02020603050405020304" pitchFamily="18" charset="0"/>
              </a:rPr>
              <a:t>gót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3504922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4233</TotalTime>
  <Words>999</Words>
  <Application>Microsoft Office PowerPoint</Application>
  <PresentationFormat>On-screen Show (4:3)</PresentationFormat>
  <Paragraphs>48</Paragraphs>
  <Slides>24</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NGUYỆN CHÚA CHÍ ÁI (380)</vt:lpstr>
      <vt:lpstr>Nhập Lễ                                NGUYỆN CHÚA CHÍ ÁI (380)</vt:lpstr>
      <vt:lpstr>Nhập Lễ                                NGUYỆN CHÚA CHÍ ÁI (380)</vt:lpstr>
      <vt:lpstr>Nhập Lễ                                NGUYỆN CHÚA CHÍ ÁI (380)</vt:lpstr>
      <vt:lpstr>Nhập Lễ                                NGUYỆN CHÚA CHÍ ÁI (380)</vt:lpstr>
      <vt:lpstr>PowerPoint Presentation</vt:lpstr>
      <vt:lpstr>PowerPoint Presentation</vt:lpstr>
      <vt:lpstr>Dâng Lễ                                      HIẾN LỄ GIAO HÒA 78</vt:lpstr>
      <vt:lpstr>Dâng Lễ                                      HIẾN LỄ GIAO HÒA 78</vt:lpstr>
      <vt:lpstr>Dâng Lễ                                      HIẾN LỄ GIAO HÒA 78</vt:lpstr>
      <vt:lpstr>Dâng Lễ                                      HIẾN LỄ GIAO HÒA 78</vt:lpstr>
      <vt:lpstr>PowerPoint Presentation</vt:lpstr>
      <vt:lpstr>Hiệp Lễ                                    CON TRÔNG CẬY CHÚA (PXC)</vt:lpstr>
      <vt:lpstr>Hiệp Lễ                                    CON TRÔNG CẬY CHÚA (PXC)</vt:lpstr>
      <vt:lpstr>Hiệp Lễ                                    CON TRÔNG CẬY CHÚA (PXC)</vt:lpstr>
      <vt:lpstr>Hiệp Lễ                                    CON TRÔNG CẬY CHÚA (PXC)</vt:lpstr>
      <vt:lpstr>Nhập Lễ                                            GIỌT LỆ SẦU (384)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1377</cp:revision>
  <dcterms:created xsi:type="dcterms:W3CDTF">2018-09-17T12:52:44Z</dcterms:created>
  <dcterms:modified xsi:type="dcterms:W3CDTF">2021-02-22T16:01:47Z</dcterms:modified>
</cp:coreProperties>
</file>