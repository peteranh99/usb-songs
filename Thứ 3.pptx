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0"/>
  </p:notesMasterIdLst>
  <p:sldIdLst>
    <p:sldId id="4112" r:id="rId2"/>
    <p:sldId id="4113" r:id="rId3"/>
    <p:sldId id="4114" r:id="rId4"/>
    <p:sldId id="4115" r:id="rId5"/>
    <p:sldId id="4116" r:id="rId6"/>
    <p:sldId id="4117" r:id="rId7"/>
    <p:sldId id="4372" r:id="rId8"/>
    <p:sldId id="5159" r:id="rId9"/>
    <p:sldId id="5160" r:id="rId10"/>
    <p:sldId id="5205" r:id="rId11"/>
    <p:sldId id="5016" r:id="rId12"/>
    <p:sldId id="5017" r:id="rId13"/>
    <p:sldId id="2827" r:id="rId14"/>
    <p:sldId id="2828" r:id="rId15"/>
    <p:sldId id="2829" r:id="rId16"/>
    <p:sldId id="5178" r:id="rId17"/>
    <p:sldId id="3553" r:id="rId18"/>
    <p:sldId id="3554" r:id="rId19"/>
    <p:sldId id="5200" r:id="rId20"/>
    <p:sldId id="3555" r:id="rId21"/>
    <p:sldId id="5201" r:id="rId22"/>
    <p:sldId id="4307" r:id="rId23"/>
    <p:sldId id="5202" r:id="rId24"/>
    <p:sldId id="3556" r:id="rId25"/>
    <p:sldId id="5203" r:id="rId26"/>
    <p:sldId id="3421" r:id="rId27"/>
    <p:sldId id="3422" r:id="rId28"/>
    <p:sldId id="5204" r:id="rId29"/>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82" d="100"/>
          <a:sy n="82" d="100"/>
        </p:scale>
        <p:origin x="1613" y="5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23/03/2021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23/03/2021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23/03/2021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TRỖI DẬY (383)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ngủ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9623686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TRỖI DẬY (383)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câu</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12384041"/>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TRỖI DẬY (383)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ngủ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36058687"/>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46164"/>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HIỆP DÂNG 79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6200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Hiệp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rượu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ép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tươi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tuyền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bởi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vàng</a:t>
            </a:r>
            <a:r>
              <a:rPr lang="en-US" sz="5400" b="1" dirty="0">
                <a:solidFill>
                  <a:schemeClr val="tx1"/>
                </a:solidFill>
                <a:latin typeface="Times New Roman" pitchFamily="18" charset="0"/>
                <a:cs typeface="Times New Roman" pitchFamily="18" charset="0"/>
              </a:rPr>
              <a:t>. </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818267931"/>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HIỆP DÂNG 79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400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ĐK: Xin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2228055"/>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HIỆP DÂNG 79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4000"/>
            <a:ext cx="9144000" cy="6391564"/>
          </a:xfrm>
        </p:spPr>
        <p:txBody>
          <a:bodyPr>
            <a:noAutofit/>
          </a:bodyPr>
          <a:lstStyle/>
          <a:p>
            <a:pPr algn="just"/>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đổi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rượu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83625372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552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“Khi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khỏi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kéo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Ta”.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20482171"/>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ĐK: Đời con đã biết bao năm xa phụ tình Ngài. Đời con đã biết bao phen đi lạc tăm tối. Chúa ơi nghe tiếng thở than, Chúa ơi nghe tiếng nài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586055649"/>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1. Gục đầu nghe lòng thao thức. Bàng hoàng nghe nát tâm can. Dâng Cha tấm thân hao gầy. Quên Cha đã bao năm rồi.</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423844699"/>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ĐK: Đời con đã biết bao năm xa phụ tình Ngài. Đời con đã biết bao phen đi lạc tăm tối. Chúa ơi nghe tiếng thở than, Chúa ơi nghe tiếng nài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78101646"/>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2</a:t>
            </a:r>
            <a:r>
              <a:rPr lang="vi-VN" sz="5400" b="1" dirty="0">
                <a:latin typeface="+mj-lt"/>
              </a:rPr>
              <a:t>. Cha hay thương người tội lỗi. Mặc dù không đáng ơn Cha. Xin Cha xóa đi tội tình. Cho con chút men say nồng.</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11468538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ĐK: Đời con đã biết bao năm xa phụ tình Ngài. Đời con đã biết bao phen đi lạc tăm tối. Chúa ơi nghe tiếng thở than, Chúa ơi nghe tiếng nài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48406122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en-US" sz="5400" b="1" dirty="0">
                <a:latin typeface="Times New Roman" panose="02020603050405020304" pitchFamily="18" charset="0"/>
                <a:ea typeface="Tahoma" panose="020B0604030504040204" pitchFamily="34" charset="0"/>
                <a:cs typeface="Times New Roman" panose="02020603050405020304" pitchFamily="18" charset="0"/>
              </a:rPr>
              <a:t>3</a:t>
            </a:r>
            <a:r>
              <a:rPr lang="vi-VN" sz="5400" b="1" dirty="0">
                <a:latin typeface="+mj-lt"/>
              </a:rPr>
              <a:t>. Bên Cha u sầu tan vỡ. Nhạt nhòa quá khứ đi hoang. Con nay sớm mau quay về. May thay có Cha đang chờ.</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03218944"/>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ĐK: Đời con đã biết bao năm xa phụ tình Ngài. Đời con đã biết bao phen đi lạc tăm tối. Chúa ơi nghe tiếng thở than, Chúa ơi nghe tiếng nài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55212712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4. Bao năm xa nguồn chân lý. Tìm về nơi đã ra đi. Cha ơi tấm thân con này. Xin yêu với trái tim hồng.</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744721373"/>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ĐK: Đời con đã biết bao năm xa phụ tình Ngài. Đời con đã biết bao phen đi lạc tăm tối. Chúa ơi nghe tiếng thở than, Chúa ơi nghe tiếng nài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08743687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VANG (495)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0426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Giuse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van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3784924"/>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VANG (495)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1393"/>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thẳm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nuôi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582110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VANG (495)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0426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Giuse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van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80911861"/>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4356</TotalTime>
  <Words>1116</Words>
  <Application>Microsoft Office PowerPoint</Application>
  <PresentationFormat>On-screen Show (4:3)</PresentationFormat>
  <Paragraphs>55</Paragraphs>
  <Slides>28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HÃY TRỖI DẬY (383)</vt:lpstr>
      <vt:lpstr>Nhập Lễ                                         HÃY TRỖI DẬY (383)</vt:lpstr>
      <vt:lpstr>Nhập Lễ                                         HÃY TRỖI DẬY (383)</vt:lpstr>
      <vt:lpstr>PowerPoint Presentation</vt:lpstr>
      <vt:lpstr>PowerPoint Presentation</vt:lpstr>
      <vt:lpstr>Dâng Lễ                                           HIỆP DÂNG 79</vt:lpstr>
      <vt:lpstr>Dâng Lễ                                           HIỆP DÂNG 79</vt:lpstr>
      <vt:lpstr>Dâng Lễ                                           HIỆP DÂNG 79</vt:lpstr>
      <vt:lpstr>CA HIỆP LỄ</vt:lpstr>
      <vt:lpstr>Hiệp Lễ                                     LỜI CON SÁM HỐI (317)</vt:lpstr>
      <vt:lpstr>Hiệp Lễ                                     LỜI CON SÁM HỐI (317)</vt:lpstr>
      <vt:lpstr>Hiệp Lễ                                     LỜI CON SÁM HỐI (317)</vt:lpstr>
      <vt:lpstr>Hiệp Lễ                                     LỜI CON SÁM HỐI (317)</vt:lpstr>
      <vt:lpstr>Hiệp Lễ                                     LỜI CON SÁM HỐI (317)</vt:lpstr>
      <vt:lpstr>Hiệp Lễ                                     LỜI CON SÁM HỐI (317)</vt:lpstr>
      <vt:lpstr>Hiệp Lễ                                     LỜI CON SÁM HỐI (317)</vt:lpstr>
      <vt:lpstr>Hiệp Lễ                                     LỜI CON SÁM HỐI (317)</vt:lpstr>
      <vt:lpstr>Hiệp Lễ                                     LỜI CON SÁM HỐI (317)</vt:lpstr>
      <vt:lpstr>Kết lễ                                            TIẾNG VANG (495)</vt:lpstr>
      <vt:lpstr>Kết lễ                                            TIẾNG VANG (495)</vt:lpstr>
      <vt:lpstr>Kết lễ                                            TIẾNG VANG (495)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1411</cp:revision>
  <dcterms:created xsi:type="dcterms:W3CDTF">2018-09-17T12:52:44Z</dcterms:created>
  <dcterms:modified xsi:type="dcterms:W3CDTF">2021-03-22T17:34:21Z</dcterms:modified>
</cp:coreProperties>
</file>