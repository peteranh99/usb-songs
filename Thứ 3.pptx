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9"/>
  </p:notesMasterIdLst>
  <p:sldIdLst>
    <p:sldId id="4112" r:id="rId2"/>
    <p:sldId id="4113" r:id="rId3"/>
    <p:sldId id="4114" r:id="rId4"/>
    <p:sldId id="4115" r:id="rId5"/>
    <p:sldId id="4116" r:id="rId6"/>
    <p:sldId id="4117" r:id="rId7"/>
    <p:sldId id="4372" r:id="rId8"/>
    <p:sldId id="2400" r:id="rId9"/>
    <p:sldId id="4765" r:id="rId10"/>
    <p:sldId id="4766" r:id="rId11"/>
    <p:sldId id="1522" r:id="rId12"/>
    <p:sldId id="3729" r:id="rId13"/>
    <p:sldId id="4599" r:id="rId14"/>
    <p:sldId id="4600" r:id="rId15"/>
    <p:sldId id="4601" r:id="rId16"/>
    <p:sldId id="4602" r:id="rId17"/>
    <p:sldId id="4767" r:id="rId18"/>
    <p:sldId id="4768" r:id="rId19"/>
    <p:sldId id="4769" r:id="rId20"/>
    <p:sldId id="4106" r:id="rId21"/>
    <p:sldId id="2851" r:id="rId22"/>
    <p:sldId id="4770" r:id="rId23"/>
    <p:sldId id="4771" r:id="rId24"/>
    <p:sldId id="4772" r:id="rId25"/>
    <p:sldId id="4774" r:id="rId26"/>
    <p:sldId id="4775" r:id="rId27"/>
    <p:sldId id="4778" r:id="rId28"/>
    <p:sldId id="4779" r:id="rId29"/>
    <p:sldId id="4776" r:id="rId30"/>
    <p:sldId id="4777" r:id="rId31"/>
    <p:sldId id="4780" r:id="rId32"/>
    <p:sldId id="4781" r:id="rId33"/>
    <p:sldId id="4785" r:id="rId34"/>
    <p:sldId id="4786" r:id="rId35"/>
    <p:sldId id="4787" r:id="rId36"/>
    <p:sldId id="4788" r:id="rId37"/>
    <p:sldId id="4789" r:id="rId38"/>
    <p:sldId id="4790" r:id="rId39"/>
    <p:sldId id="4791" r:id="rId40"/>
    <p:sldId id="4792" r:id="rId41"/>
    <p:sldId id="4793" r:id="rId42"/>
    <p:sldId id="4794" r:id="rId43"/>
    <p:sldId id="4795" r:id="rId44"/>
    <p:sldId id="4796" r:id="rId45"/>
    <p:sldId id="4782" r:id="rId46"/>
    <p:sldId id="4783" r:id="rId47"/>
    <p:sldId id="4784" r:id="rId4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p:scale>
          <a:sx n="50" d="100"/>
          <a:sy n="50" d="100"/>
        </p:scale>
        <p:origin x="-1170" y="-48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08/12/2020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08/12/2020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MARIA VÔ NHIỄM NGUYÊN TỘI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00389"/>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ĐK: Maria. Mẹ vô nhiễm nguyên tội. Mẹ trinh trắng tuyệt vời, Mẹ tràn hồng ân Thiên Chúa ở cùng Mẹ mãi. Maria mùa xuân của bao người, nguồn vinh phúc cho đời tiếng hát con mừng chúc Danh Mẹ, Mẹ ơi!</a:t>
            </a:r>
          </a:p>
        </p:txBody>
      </p:sp>
    </p:spTree>
    <p:extLst>
      <p:ext uri="{BB962C8B-B14F-4D97-AF65-F5344CB8AC3E}">
        <p14:creationId xmlns:p14="http://schemas.microsoft.com/office/powerpoint/2010/main" val="3374125392"/>
      </p:ext>
    </p:extLst>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MARIA VÔ NHIỄM NGUYÊN TỘI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39781"/>
            <a:ext cx="9144000" cy="5615940"/>
          </a:xfrm>
        </p:spPr>
        <p:txBody>
          <a:bodyPr>
            <a:noAutofit/>
          </a:bodyPr>
          <a:lstStyle/>
          <a:p>
            <a:pPr algn="just"/>
            <a:r>
              <a:rPr lang="vi-VN" sz="5400" b="1" dirty="0">
                <a:latin typeface="Times New Roman" panose="02020603050405020304" pitchFamily="18" charset="0"/>
                <a:cs typeface="Times New Roman" panose="02020603050405020304" pitchFamily="18" charset="0"/>
              </a:rPr>
              <a:t>1. Trọn một đời luôn trung kiên Mẹ vâng theo ý Chúa mà thi hành. Mẹ trọn tình trong hy sinh Mẹ dâng Chúa trót cả xác hồn. Chúa khứng ban cho Mẹ ơn vô nhiễm nguyên tội. Cành huệ tươi trinh trắng tỏa ngàn sắc hương.</a:t>
            </a:r>
          </a:p>
        </p:txBody>
      </p:sp>
    </p:spTree>
    <p:extLst>
      <p:ext uri="{BB962C8B-B14F-4D97-AF65-F5344CB8AC3E}">
        <p14:creationId xmlns:p14="http://schemas.microsoft.com/office/powerpoint/2010/main" val="1657683428"/>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MARIA VÔ NHIỄM NGUYÊN TỘI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00389"/>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ĐK: Maria. Mẹ vô nhiễm nguyên tội. Mẹ trinh trắng tuyệt vời, Mẹ tràn hồng ân Thiên Chúa ở cùng Mẹ mãi. Maria mùa xuân của bao người, nguồn vinh phúc cho đời tiếng hát con mừng chúc Danh Mẹ, Mẹ ơi!</a:t>
            </a:r>
          </a:p>
        </p:txBody>
      </p:sp>
    </p:spTree>
    <p:extLst>
      <p:ext uri="{BB962C8B-B14F-4D97-AF65-F5344CB8AC3E}">
        <p14:creationId xmlns:p14="http://schemas.microsoft.com/office/powerpoint/2010/main" val="2053528964"/>
      </p:ext>
    </p:extLst>
  </p:cSld>
  <p:clrMapOvr>
    <a:masterClrMapping/>
  </p:clrMapOvr>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62194"/>
            <a:ext cx="9144000" cy="472794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anose="02020603050405020304" pitchFamily="18" charset="0"/>
                <a:cs typeface="Times New Roman" panose="02020603050405020304" pitchFamily="18" charset="0"/>
              </a:rPr>
              <a:t>Ca lên một bài ca mới. Ca lên chúc tụng danh Người</a:t>
            </a:r>
            <a:r>
              <a:rPr lang="vi-VN" sz="5400" b="1">
                <a:latin typeface="Times New Roman" panose="02020603050405020304" pitchFamily="18" charset="0"/>
                <a:cs typeface="Times New Roman" panose="02020603050405020304" pitchFamily="18" charset="0"/>
              </a:rPr>
              <a:t>. </a:t>
            </a:r>
            <a:r>
              <a:rPr lang="vi-VN" sz="5400" b="1" smtClean="0">
                <a:latin typeface="Times New Roman" panose="02020603050405020304" pitchFamily="18" charset="0"/>
                <a:cs typeface="Times New Roman" panose="02020603050405020304" pitchFamily="18" charset="0"/>
              </a:rPr>
              <a:t>Vì</a:t>
            </a:r>
            <a:r>
              <a:rPr lang="en-US" sz="5400" b="1" smtClean="0">
                <a:latin typeface="Times New Roman" panose="02020603050405020304" pitchFamily="18" charset="0"/>
                <a:cs typeface="Times New Roman" panose="02020603050405020304" pitchFamily="18" charset="0"/>
              </a:rPr>
              <a:t> Chúa</a:t>
            </a:r>
            <a:r>
              <a:rPr lang="vi-VN" sz="5400" b="1" smtClean="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Đấng đã làm nên biết bao nhiêu là kỳ công.</a:t>
            </a:r>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710420"/>
            <a:ext cx="9144000" cy="5034006"/>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chào</a:t>
            </a:r>
            <a:r>
              <a:rPr lang="en-US" sz="5400" b="1" dirty="0">
                <a:latin typeface="Times New Roman" panose="02020603050405020304" pitchFamily="18" charset="0"/>
                <a:cs typeface="Times New Roman" panose="02020603050405020304" pitchFamily="18" charset="0"/>
              </a:rPr>
              <a:t> Trinh </a:t>
            </a:r>
            <a:r>
              <a:rPr lang="en-US" sz="5400" b="1" dirty="0" err="1">
                <a:latin typeface="Times New Roman" panose="02020603050405020304" pitchFamily="18" charset="0"/>
                <a:cs typeface="Times New Roman" panose="02020603050405020304" pitchFamily="18" charset="0"/>
              </a:rPr>
              <a:t>Nữ</a:t>
            </a:r>
            <a:r>
              <a:rPr lang="en-US" sz="5400" b="1" dirty="0">
                <a:latin typeface="Times New Roman" panose="02020603050405020304" pitchFamily="18" charset="0"/>
                <a:cs typeface="Times New Roman" panose="02020603050405020304" pitchFamily="18" charset="0"/>
              </a:rPr>
              <a:t> Maria,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a:t>
            </a:r>
            <a:r>
              <a:rPr lang="en-US" sz="5400" b="1" dirty="0">
                <a:latin typeface="Times New Roman" panose="02020603050405020304" pitchFamily="18" charset="0"/>
                <a:cs typeface="Times New Roman" panose="02020603050405020304" pitchFamily="18" charset="0"/>
              </a:rPr>
              <a:t> 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h</a:t>
            </a:r>
            <a:r>
              <a:rPr lang="vi-VN" sz="5400" b="1" dirty="0">
                <a:latin typeface="Times New Roman" panose="02020603050405020304" pitchFamily="18" charset="0"/>
                <a:cs typeface="Times New Roman" panose="02020603050405020304" pitchFamily="18" charset="0"/>
              </a:rPr>
              <a:t>ơ</a:t>
            </a:r>
            <a:r>
              <a:rPr lang="en-US" sz="5400" b="1">
                <a:latin typeface="Times New Roman" panose="02020603050405020304" pitchFamily="18" charset="0"/>
                <a:cs typeface="Times New Roman" panose="02020603050405020304" pitchFamily="18" charset="0"/>
              </a:rPr>
              <a:t>n </a:t>
            </a:r>
            <a:r>
              <a:rPr lang="en-US" sz="5400" b="1" smtClean="0">
                <a:latin typeface="Times New Roman" panose="02020603050405020304" pitchFamily="18" charset="0"/>
                <a:cs typeface="Times New Roman" panose="02020603050405020304" pitchFamily="18" charset="0"/>
              </a:rPr>
              <a:t>các </a:t>
            </a:r>
            <a:r>
              <a:rPr lang="en-US" sz="5400" b="1" dirty="0">
                <a:latin typeface="Times New Roman" panose="02020603050405020304" pitchFamily="18" charset="0"/>
                <a:cs typeface="Times New Roman" panose="02020603050405020304" pitchFamily="18" charset="0"/>
              </a:rPr>
              <a:t>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nữ</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ĐK: Với Mẹ tâm tình con thảo kính. Dâng lên muôn khúc ca với bánh rượu thơm ngát chứa chan (í ) tình.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027124093"/>
      </p:ext>
    </p:extLst>
  </p:cSld>
  <p:clrMapOvr>
    <a:masterClrMapping/>
  </p:clrMapOv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Đây cuộc đời con, vui buồn qua ngày. Tình con không dám phai lòng, con sống chính ngay giữa muôn vàn đổi thay với những ngày trần gian.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616117418"/>
      </p:ext>
    </p:extLst>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Cùng Mẹ hiến dâng của lễ thánh ân. Nguyện xin Chúa thương ban muôn vàn ân phúc cho người thế trần.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541020535"/>
      </p:ext>
    </p:extLst>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299"/>
            <a:ext cx="9144000" cy="5105400"/>
          </a:xfrm>
        </p:spPr>
        <p:txBody>
          <a:bodyPr>
            <a:noAutofit/>
          </a:bodyPr>
          <a:lstStyle/>
          <a:p>
            <a:pPr algn="just"/>
            <a:r>
              <a:rPr lang="vi-VN" sz="5400" b="1" dirty="0">
                <a:latin typeface="+mj-lt"/>
              </a:rPr>
              <a:t>TK: Cùng với Mẹ con dâng bao khổ sầu, gánh nặng trần vai mang trong cuộc đời bể dâu. Dù qua tháng năm phai nhạt mầu, tình yêu đẹp mãi như ban đầu cho đời con thấm sâu ơn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17824364"/>
      </p:ext>
    </p:extLst>
  </p:cSld>
  <p:clrMapOvr>
    <a:masterClrMapping/>
  </p:clrMapOv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ĐK: Với Mẹ tâm tình con thảo kính. Dâng lên muôn khúc ca với bánh rượu thơm ngát chứa chan (í ) tình.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645990589"/>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Đây cuộc đời con, vui buồn qua ngày. Tình con không dám phai lòng, con sống chính ngay giữa muôn vàn đổi thay với những ngày trần gian.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189750857"/>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VỚI MẸ CON DÂNG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2178"/>
            <a:ext cx="9144000" cy="3835763"/>
          </a:xfrm>
        </p:spPr>
        <p:txBody>
          <a:bodyPr>
            <a:noAutofit/>
          </a:bodyPr>
          <a:lstStyle/>
          <a:p>
            <a:pPr algn="just"/>
            <a:r>
              <a:rPr lang="vi-VN" sz="5400" b="1" dirty="0">
                <a:latin typeface="+mj-lt"/>
              </a:rPr>
              <a:t>Cùng Mẹ hiến dâng của lễ thánh ân. Nguyện xin Chúa thương ban muôn vàn ân phúc cho người thế trần.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264819850"/>
      </p:ext>
    </p:extLst>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Mẹ Maria, thiên hạ đã nói về Mẹ bao nhiêu điều vinh hiển, vì từ nơi Mẹ mặt trời công chính đã </a:t>
            </a:r>
            <a:r>
              <a:rPr lang="vi-VN" sz="5400" b="1">
                <a:latin typeface="Times New Roman" panose="02020603050405020304" pitchFamily="18" charset="0"/>
                <a:cs typeface="Times New Roman" panose="02020603050405020304" pitchFamily="18" charset="0"/>
              </a:rPr>
              <a:t>mọc </a:t>
            </a:r>
            <a:r>
              <a:rPr lang="en-US" sz="5400" b="1" smtClean="0">
                <a:latin typeface="Times New Roman" panose="02020603050405020304" pitchFamily="18" charset="0"/>
                <a:cs typeface="Times New Roman" panose="02020603050405020304" pitchFamily="18" charset="0"/>
              </a:rPr>
              <a:t>lên</a:t>
            </a:r>
            <a:r>
              <a:rPr lang="vi-VN" sz="5400" b="1" smtClean="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là Đức Ki-tô Thiên Chúa chúng con.</a:t>
            </a:r>
          </a:p>
        </p:txBody>
      </p:sp>
    </p:spTree>
    <p:extLst>
      <p:ext uri="{BB962C8B-B14F-4D97-AF65-F5344CB8AC3E}">
        <p14:creationId xmlns:p14="http://schemas.microsoft.com/office/powerpoint/2010/main" val="3454802588"/>
      </p:ext>
    </p:extLst>
  </p:cSld>
  <p:clrMapOvr>
    <a:masterClrMapping/>
  </p:clrMapOv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1. Tình Chúa như áng mây trôi, tình Chúa như gió lên khơi, tình Chúa luôn nồng say không đổi thay không phai nhạt qua ngàn năm kiên trung thành tín.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520796554"/>
      </p:ext>
    </p:extLst>
  </p:cSld>
  <p:clrMapOvr>
    <a:masterClrMapping/>
  </p:clrMapOvr>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95400"/>
            <a:ext cx="9144000" cy="6391564"/>
          </a:xfrm>
        </p:spPr>
        <p:txBody>
          <a:bodyPr>
            <a:noAutofit/>
          </a:bodyPr>
          <a:lstStyle/>
          <a:p>
            <a:pPr algn="just"/>
            <a:r>
              <a:rPr lang="vi-VN" sz="5400" b="1">
                <a:latin typeface="+mj-lt"/>
              </a:rPr>
              <a:t>Tình Chúa đưa dẫn con đi vượt qua muôn nỗi hiểm nguy, tình Chúa theo mọi nơi cho niềm vui cho tiếng cười cho bờ môi vang lời yêu thương.</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10368249"/>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Xin tri ân Chúa qua muôn thế hệ, xin tri ân Chúa qua muôn ngàn nơi, tình Ngài bao la trời đất từng ngày yêu thương dẫn dắt chúng con đi trên đời.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270855991"/>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926"/>
            <a:ext cx="9144000" cy="5810513"/>
          </a:xfrm>
        </p:spPr>
        <p:txBody>
          <a:bodyPr>
            <a:noAutofit/>
          </a:bodyPr>
          <a:lstStyle/>
          <a:p>
            <a:pPr algn="just"/>
            <a:r>
              <a:rPr lang="vi-VN" sz="5400" b="1" dirty="0">
                <a:latin typeface="+mj-lt"/>
              </a:rPr>
              <a:t>Xin dâng ngàn tiếng ca, xin dâng lời cảm tạ nguyện một đời luôn sống đáp đền hồng ân.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729078419"/>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2. Tình Chúa như đóa hoa tươi, tình Chúa như nắng reo vui, tình Chúa cho mùa xuân hương nồng ấm lan khắp trời cho ngàn nơi lên màu rực rỡ.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681680141"/>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Tình Chúa soi lối con tim tìm đến dâng hiến cho nhau, tình Chúa luôn triền miên bao dịu êm ươm ngọt ngào cho đời con sáng niềm tin yêu.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818437497"/>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Xin tri ân Chúa qua muôn thế hệ, xin tri ân Chúa qua muôn ngàn nơi, tình Ngài bao la trời đất từng ngày yêu thương dẫn dắt chúng con đi trên đời.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22350763"/>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926"/>
            <a:ext cx="9144000" cy="5810513"/>
          </a:xfrm>
        </p:spPr>
        <p:txBody>
          <a:bodyPr>
            <a:noAutofit/>
          </a:bodyPr>
          <a:lstStyle/>
          <a:p>
            <a:pPr algn="just"/>
            <a:r>
              <a:rPr lang="vi-VN" sz="5400" b="1" dirty="0">
                <a:latin typeface="+mj-lt"/>
              </a:rPr>
              <a:t>Xin dâng ngàn tiếng ca, xin dâng lời cảm tạ nguyện một đời luôn sống đáp đền hồng ân.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569763812"/>
      </p:ext>
    </p:extLst>
  </p:cSld>
  <p:clrMapOvr>
    <a:masterClrMapping/>
  </p:clrMapOvr>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3. Tình Chúa như sóng dâng cao, tình Chúa như lúa xôn xao, tình Chúa như vì sao trên trời cao chiếu rạng ngời đưa người đi trong đêm trời tối.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757552217"/>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Tình </a:t>
            </a:r>
            <a:r>
              <a:rPr lang="vi-VN" sz="5400" b="1">
                <a:latin typeface="+mj-lt"/>
              </a:rPr>
              <a:t>Chúa </a:t>
            </a:r>
            <a:r>
              <a:rPr lang="vi-VN" sz="5400" b="1" smtClean="0">
                <a:latin typeface="+mj-lt"/>
              </a:rPr>
              <a:t>nh</a:t>
            </a:r>
            <a:r>
              <a:rPr lang="en-US" sz="4400" b="1" smtClean="0">
                <a:latin typeface="+mj-lt"/>
              </a:rPr>
              <a:t>ư</a:t>
            </a:r>
            <a:r>
              <a:rPr lang="vi-VN" sz="5400" b="1" smtClean="0">
                <a:latin typeface="+mj-lt"/>
              </a:rPr>
              <a:t> </a:t>
            </a:r>
            <a:r>
              <a:rPr lang="vi-VN" sz="5400" b="1" dirty="0">
                <a:latin typeface="+mj-lt"/>
              </a:rPr>
              <a:t>khúc ca dao vọng ngân ru giấc con thơ, tình Chúa bên đời con gieo lời ca đem an hòa xoa khổ đau cho đời mai sau.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471250383"/>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Xin tri ân Chúa qua muôn thế hệ, xin tri ân Chúa qua muôn ngàn nơi, tình Ngài bao la trời đất từng ngày yêu thương dẫn dắt chúng con đi trên đời.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458011518"/>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926"/>
            <a:ext cx="9144000" cy="5810513"/>
          </a:xfrm>
        </p:spPr>
        <p:txBody>
          <a:bodyPr>
            <a:noAutofit/>
          </a:bodyPr>
          <a:lstStyle/>
          <a:p>
            <a:pPr algn="just"/>
            <a:r>
              <a:rPr lang="vi-VN" sz="5400" b="1" dirty="0">
                <a:latin typeface="+mj-lt"/>
              </a:rPr>
              <a:t>Xin dâng ngàn tiếng ca, xin dâng lời cảm tạ nguyện một đời luôn sống đáp đền hồng ân.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67960282"/>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1. Tình Chúa như áng mây trôi, tình Chúa như gió lên khơi, tình Chúa luôn nồng say không đổi thay không phai nhạt qua ngàn năm kiên trung thành tín.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662927904"/>
      </p:ext>
    </p:extLst>
  </p:cSld>
  <p:clrMapOvr>
    <a:masterClrMapping/>
  </p:clrMapOv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95400"/>
            <a:ext cx="9144000" cy="6391564"/>
          </a:xfrm>
        </p:spPr>
        <p:txBody>
          <a:bodyPr>
            <a:noAutofit/>
          </a:bodyPr>
          <a:lstStyle/>
          <a:p>
            <a:pPr algn="just"/>
            <a:r>
              <a:rPr lang="vi-VN" sz="5400" b="1">
                <a:latin typeface="+mj-lt"/>
              </a:rPr>
              <a:t>Tình Chúa đưa dẫn con đi vượt qua muôn nỗi hiểm nguy, tình Chúa theo mọi nơi cho niềm vui cho tiếng cười cho bờ môi vang lời yêu thương.</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917453486"/>
      </p:ext>
    </p:extLst>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Xin tri ân Chúa qua muôn thế hệ, xin tri ân Chúa qua muôn ngàn nơi, tình Ngài bao la trời đất từng ngày yêu thương dẫn dắt chúng con đi trên đời.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995326157"/>
      </p:ext>
    </p:extLst>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926"/>
            <a:ext cx="9144000" cy="5810513"/>
          </a:xfrm>
        </p:spPr>
        <p:txBody>
          <a:bodyPr>
            <a:noAutofit/>
          </a:bodyPr>
          <a:lstStyle/>
          <a:p>
            <a:pPr algn="just"/>
            <a:r>
              <a:rPr lang="vi-VN" sz="5400" b="1" dirty="0">
                <a:latin typeface="+mj-lt"/>
              </a:rPr>
              <a:t>Xin dâng ngàn tiếng ca, xin dâng lời cảm tạ nguyện một đời luôn sống đáp đền hồng ân.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6324579"/>
      </p:ext>
    </p:extLst>
  </p:cSld>
  <p:clrMapOvr>
    <a:masterClrMapping/>
  </p:clrMapOvr>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2. Tình Chúa như đóa hoa tươi, tình Chúa như nắng reo vui, tình Chúa cho mùa xuân hương nồng ấm lan khắp trời cho ngàn nơi lên màu rực rỡ.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748061234"/>
      </p:ext>
    </p:extLst>
  </p:cSld>
  <p:clrMapOvr>
    <a:masterClrMapping/>
  </p:clrMapOvr>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Tình Chúa soi lối con tim tìm đến dâng hiến cho nhau, tình Chúa luôn triền miên bao dịu êm ươm ngọt ngào cho đời con sáng niềm tin yêu.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461065908"/>
      </p:ext>
    </p:extLst>
  </p:cSld>
  <p:clrMapOvr>
    <a:masterClrMapping/>
  </p:clrMapOvr>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Xin tri ân Chúa qua muôn thế hệ, xin tri ân Chúa qua muôn ngàn nơi, tình Ngài bao la trời đất từng ngày yêu thương dẫn dắt chúng con đi trên đời.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43208919"/>
      </p:ext>
    </p:extLst>
  </p:cSld>
  <p:clrMapOvr>
    <a:masterClrMapping/>
  </p:clrMapOvr>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926"/>
            <a:ext cx="9144000" cy="5810513"/>
          </a:xfrm>
        </p:spPr>
        <p:txBody>
          <a:bodyPr>
            <a:noAutofit/>
          </a:bodyPr>
          <a:lstStyle/>
          <a:p>
            <a:pPr algn="just"/>
            <a:r>
              <a:rPr lang="vi-VN" sz="5400" b="1" dirty="0">
                <a:latin typeface="+mj-lt"/>
              </a:rPr>
              <a:t>Xin dâng ngàn tiếng ca, xin dâng lời cảm tạ nguyện một đời luôn sống đáp đền hồng ân.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625987836"/>
      </p:ext>
    </p:extLst>
  </p:cSld>
  <p:clrMapOvr>
    <a:masterClrMapping/>
  </p:clrMapOvr>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3. Tình Chúa như sóng dâng cao, tình Chúa như lúa xôn xao, tình Chúa như vì sao trên trời cao chiếu rạng ngời đưa người đi trong đêm trời tối.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811714358"/>
      </p:ext>
    </p:extLst>
  </p:cSld>
  <p:clrMapOvr>
    <a:masterClrMapping/>
  </p:clrMapOvr>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Tình </a:t>
            </a:r>
            <a:r>
              <a:rPr lang="vi-VN" sz="5400" b="1">
                <a:latin typeface="+mj-lt"/>
              </a:rPr>
              <a:t>Chúa </a:t>
            </a:r>
            <a:r>
              <a:rPr lang="vi-VN" sz="5400" b="1" smtClean="0">
                <a:latin typeface="+mj-lt"/>
              </a:rPr>
              <a:t>nh</a:t>
            </a:r>
            <a:r>
              <a:rPr lang="en-US" sz="4400" b="1" smtClean="0">
                <a:latin typeface="+mj-lt"/>
              </a:rPr>
              <a:t>ư</a:t>
            </a:r>
            <a:r>
              <a:rPr lang="vi-VN" sz="5400" b="1" smtClean="0">
                <a:latin typeface="+mj-lt"/>
              </a:rPr>
              <a:t> </a:t>
            </a:r>
            <a:r>
              <a:rPr lang="vi-VN" sz="5400" b="1" dirty="0">
                <a:latin typeface="+mj-lt"/>
              </a:rPr>
              <a:t>khúc ca dao vọng ngân ru giấc con thơ, tình Chúa bên đời con gieo lời ca đem an hòa xoa khổ đau cho đời mai sau.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069531492"/>
      </p:ext>
    </p:extLst>
  </p:cSld>
  <p:clrMapOvr>
    <a:masterClrMapping/>
  </p:clrMapOvr>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Xin tri ân Chúa qua muôn thế hệ, xin tri ân Chúa qua muôn ngàn nơi, tình Ngài bao la trời đất từng ngày yêu thương dẫn dắt chúng con đi trên đời. </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586980280"/>
      </p:ext>
    </p:extLst>
  </p:cSld>
  <p:clrMapOvr>
    <a:masterClrMapping/>
  </p:clrMapOvr>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TRI ÂN TÌNH CHÚA (NL)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5926"/>
            <a:ext cx="9144000" cy="5810513"/>
          </a:xfrm>
        </p:spPr>
        <p:txBody>
          <a:bodyPr>
            <a:noAutofit/>
          </a:bodyPr>
          <a:lstStyle/>
          <a:p>
            <a:pPr algn="just"/>
            <a:r>
              <a:rPr lang="vi-VN" sz="5400" b="1" dirty="0">
                <a:latin typeface="+mj-lt"/>
              </a:rPr>
              <a:t>Xin dâng ngàn tiếng ca, xin dâng lời cảm tạ nguyện một đời luôn sống đáp đền hồng ân.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283106236"/>
      </p:ext>
    </p:extLst>
  </p:cSld>
  <p:clrMapOvr>
    <a:masterClrMapping/>
  </p:clrMapOvr>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VÔ NHIỄM 1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24286"/>
            <a:ext cx="9144000" cy="7733792"/>
          </a:xfrm>
        </p:spPr>
        <p:txBody>
          <a:bodyPr>
            <a:noAutofit/>
          </a:bodyPr>
          <a:lstStyle/>
          <a:p>
            <a:pPr algn="just"/>
            <a:r>
              <a:rPr lang="vi-VN" sz="5400" b="1" dirty="0">
                <a:latin typeface="+mj-lt"/>
              </a:rPr>
              <a:t>ĐK. Lạy Mẹ Vô Nhiễm nguyên tội Đẹp như cánh hoa huệ giữa đời. Chẳng vương tì vết hay bợn nhơ Đẹp như câu kết muôn bài thơ. Hồn con chiêm ngắm nhan Mẹ xinh. Tiến dâng trái tim yêu hết tình</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527147328"/>
      </p:ext>
    </p:extLst>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VÔ NHIỄM 1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1. Xin cho con mỗi ngày thêm mến Mẹ. Xin cho con biết rời xa bến mê để sống thánh ân. để sống xứng danh với con Mẹ Chí nhân, để xứng đáng hơn, được Chúa đoái thương, suốt đời trung tín luôn</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022002123"/>
      </p:ext>
    </p:extLst>
  </p:cSld>
  <p:clrMapOvr>
    <a:masterClrMapping/>
  </p:clrMapOvr>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VÔ NHIỄM 1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24286"/>
            <a:ext cx="9144000" cy="7733792"/>
          </a:xfrm>
        </p:spPr>
        <p:txBody>
          <a:bodyPr>
            <a:noAutofit/>
          </a:bodyPr>
          <a:lstStyle/>
          <a:p>
            <a:pPr algn="just"/>
            <a:r>
              <a:rPr lang="vi-VN" sz="5400" b="1" dirty="0">
                <a:latin typeface="+mj-lt"/>
              </a:rPr>
              <a:t>ĐK. Lạy Mẹ Vô Nhiễm nguyên tội Đẹp như cánh hoa huệ giữa đời. Chẳng vương tì vết hay bợn nhơ Đẹp như câu kết muôn bài thơ. Hồn con chiêm ngắm nhan Mẹ xinh. Tiến dâng trái tim yêu hết tình</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75402403"/>
      </p:ext>
    </p:extLst>
  </p:cSld>
  <p:clrMapOvr>
    <a:masterClrMapping/>
  </p:clrMapOvr>
  <p:transition/>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3742</TotalTime>
  <Words>1871</Words>
  <Application>Microsoft Office PowerPoint</Application>
  <PresentationFormat>On-screen Show (4:3)</PresentationFormat>
  <Paragraphs>92</Paragraphs>
  <Slides>47</Slides>
  <Notes>0</Notes>
  <HiddenSlides>0</HiddenSlides>
  <MMClips>0</MMClips>
  <ScaleCrop>false</ScaleCrop>
  <HeadingPairs>
    <vt:vector size="4" baseType="variant">
      <vt:variant>
        <vt:lpstr>Theme</vt:lpstr>
      </vt:variant>
      <vt:variant>
        <vt:i4>1</vt:i4>
      </vt:variant>
      <vt:variant>
        <vt:lpstr>Slide Titles</vt:lpstr>
      </vt:variant>
      <vt:variant>
        <vt:i4>47</vt:i4>
      </vt:variant>
    </vt:vector>
  </HeadingPairs>
  <TitlesOfParts>
    <vt:vector size="48" baseType="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MARIA VÔ NHIỄM NGUYÊN TỘI</vt:lpstr>
      <vt:lpstr>Nhập Lễ                             MARIA VÔ NHIỄM NGUYÊN TỘI</vt:lpstr>
      <vt:lpstr>Nhập Lễ                             MARIA VÔ NHIỄM NGUYÊN TỘI</vt:lpstr>
      <vt:lpstr>PowerPoint Presentation</vt:lpstr>
      <vt:lpstr>PowerPoint Presentation</vt:lpstr>
      <vt:lpstr>Nhập Lễ                                   VỚI MẸ CON DÂNG (TN)</vt:lpstr>
      <vt:lpstr>Nhập Lễ                                   VỚI MẸ CON DÂNG (TN)</vt:lpstr>
      <vt:lpstr>Nhập Lễ                                   VỚI MẸ CON DÂNG (TN)</vt:lpstr>
      <vt:lpstr>Nhập Lễ                                   VỚI MẸ CON DÂNG (TN)</vt:lpstr>
      <vt:lpstr>Nhập Lễ                                   VỚI MẸ CON DÂNG (TN)</vt:lpstr>
      <vt:lpstr>Nhập Lễ                                   VỚI MẸ CON DÂNG (TN)</vt:lpstr>
      <vt:lpstr>Nhập Lễ                                   VỚI MẸ CON DÂNG (TN)</vt:lpstr>
      <vt:lpstr>CA HIỆP LỄ</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Hiệp Lễ                                   TRI ÂN TÌNH CHÚA (NL)</vt:lpstr>
      <vt:lpstr>Kết Lễ                                   MẸ VÔ NHIỄM 1 (TT)</vt:lpstr>
      <vt:lpstr>Kết Lễ                                   MẸ VÔ NHIỄM 1 (TT)</vt:lpstr>
      <vt:lpstr>Kết Lễ                                   MẸ VÔ NHIỄM 1 (TT)</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Admin</cp:lastModifiedBy>
  <cp:revision>1279</cp:revision>
  <dcterms:created xsi:type="dcterms:W3CDTF">2018-09-17T12:52:44Z</dcterms:created>
  <dcterms:modified xsi:type="dcterms:W3CDTF">2020-12-08T11:37:43Z</dcterms:modified>
</cp:coreProperties>
</file>