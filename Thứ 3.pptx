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112" r:id="rId2"/>
    <p:sldId id="4113" r:id="rId3"/>
    <p:sldId id="4114" r:id="rId4"/>
    <p:sldId id="4115" r:id="rId5"/>
    <p:sldId id="4116" r:id="rId6"/>
    <p:sldId id="4117" r:id="rId7"/>
    <p:sldId id="4372" r:id="rId8"/>
    <p:sldId id="3090" r:id="rId9"/>
    <p:sldId id="3091" r:id="rId10"/>
    <p:sldId id="3092" r:id="rId11"/>
    <p:sldId id="3093" r:id="rId12"/>
    <p:sldId id="4970" r:id="rId13"/>
    <p:sldId id="4971" r:id="rId14"/>
    <p:sldId id="4653" r:id="rId15"/>
    <p:sldId id="4654" r:id="rId16"/>
    <p:sldId id="2827" r:id="rId17"/>
    <p:sldId id="2828" r:id="rId18"/>
    <p:sldId id="2829" r:id="rId19"/>
    <p:sldId id="4106" r:id="rId20"/>
    <p:sldId id="4243" r:id="rId21"/>
    <p:sldId id="4244" r:id="rId22"/>
    <p:sldId id="4245" r:id="rId23"/>
    <p:sldId id="4972" r:id="rId24"/>
    <p:sldId id="4246" r:id="rId25"/>
    <p:sldId id="4973" r:id="rId26"/>
    <p:sldId id="3307" r:id="rId2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81" d="100"/>
          <a:sy n="81" d="100"/>
        </p:scale>
        <p:origin x="1637"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25/01/2021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25/01/2021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 150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0160" y="1600200"/>
            <a:ext cx="9144000" cy="6391564"/>
          </a:xfrm>
        </p:spPr>
        <p:txBody>
          <a:bodyPr>
            <a:noAutofit/>
          </a:bodyPr>
          <a:lstStyle/>
          <a:p>
            <a:pPr algn="just"/>
            <a:r>
              <a:rPr lang="vi-VN" sz="5400" b="1" dirty="0">
                <a:solidFill>
                  <a:schemeClr val="tx1"/>
                </a:solidFill>
                <a:latin typeface="+mj-lt"/>
              </a:rPr>
              <a:t>1. Hân hoan lời tụng ca dâng Chúa khúc nhạc huyền mơ. Một bài thơ trìu mến, ân tình đượm nét đơn sơ.</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49322666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90340604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951338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2. Cho con mùa hồng ân yêu mến những ngày và đêm. Tình Ngài như trời sáng, soi đường nhịp bước êm đềm.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1848912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97023436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951477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8003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thuật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phép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6298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40720"/>
            <a:ext cx="9144000" cy="6527485"/>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giảng</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nghèo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khó</a:t>
            </a:r>
            <a:r>
              <a:rPr lang="en-US" sz="5400" b="1" dirty="0">
                <a:latin typeface="Times New Roman" panose="02020603050405020304" pitchFamily="18" charset="0"/>
                <a:cs typeface="Times New Roman" panose="02020603050405020304" pitchFamily="18" charset="0"/>
              </a:rPr>
              <a:t>, loan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kẻ</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cầm</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1925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HIỆP DÂNG 79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62000"/>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err="1">
                <a:solidFill>
                  <a:schemeClr val="tx1"/>
                </a:solidFill>
                <a:latin typeface="Times New Roman" pitchFamily="18" charset="0"/>
                <a:cs typeface="Times New Roman" pitchFamily="18" charset="0"/>
              </a:rPr>
              <a:t>Hiệp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thờ</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đây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rượu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ép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từ</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đây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bánh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tuyền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bởi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hạt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vàng</a:t>
            </a:r>
            <a:r>
              <a:rPr lang="en-US" sz="5400" b="1" dirty="0">
                <a:solidFill>
                  <a:schemeClr val="tx1"/>
                </a:solidFill>
                <a:latin typeface="Times New Roman" pitchFamily="18" charset="0"/>
                <a:cs typeface="Times New Roman" pitchFamily="18" charset="0"/>
              </a:rPr>
              <a:t>. </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182679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HIỆP DÂNG 79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4000"/>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Xin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mến</a:t>
            </a:r>
            <a:r>
              <a:rPr lang="en-US" sz="5400" b="1" dirty="0">
                <a:solidFill>
                  <a:schemeClr val="tx1"/>
                </a:solidFill>
                <a:latin typeface="Times New Roman" pitchFamily="18" charset="0"/>
                <a:cs typeface="Times New Roman" pitchFamily="18" charset="0"/>
              </a:rPr>
              <a:t> tin,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kinh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thờ</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22805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HIỆP DÂNG 79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4000"/>
            <a:ext cx="9144000" cy="6391564"/>
          </a:xfrm>
        </p:spPr>
        <p:txBody>
          <a:bodyPr>
            <a:noAutofit/>
          </a:bodyPr>
          <a:lstStyle/>
          <a:p>
            <a:pPr algn="just"/>
            <a:r>
              <a:rPr lang="en-US" sz="5400" b="1" dirty="0" err="1">
                <a:solidFill>
                  <a:schemeClr val="tx1"/>
                </a:solidFill>
                <a:latin typeface="Times New Roman" pitchFamily="18" charset="0"/>
                <a:cs typeface="Times New Roman" pitchFamily="18" charset="0"/>
              </a:rPr>
              <a:t>Nguyện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ban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đổi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trinh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bánh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rượu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để</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xứng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3625372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2282"/>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chiên</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nằm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nghỉ</a:t>
            </a:r>
            <a:r>
              <a:rPr lang="en-US" sz="5400" b="1">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80543"/>
            <a:ext cx="9144000" cy="4802078"/>
          </a:xfrm>
        </p:spPr>
        <p:txBody>
          <a:bodyPr>
            <a:noAutofit/>
          </a:bodyPr>
          <a:lstStyle/>
          <a:p>
            <a:pPr algn="just"/>
            <a:r>
              <a:rPr lang="vi-VN" sz="5400" b="1" dirty="0">
                <a:latin typeface="+mj-lt"/>
              </a:rPr>
              <a:t>1. Từ rất xa khơi Người đã gọi tôi đi giữa lòng đời rao truyền tin mới. Từ rất xa khơi Người đã chọn tôi đi vào thế giới rắc gieo tình Người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4946585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77471378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2. Từ rất xa khơi Người muốn đời tôi như đuốc rạng ngời soi miền tăm tối. Từ rất xa khơi Người đã đặt tôi như loài muối đất ướp thêm mặn đời.</a:t>
            </a:r>
            <a:br>
              <a:rPr lang="vi-VN" sz="5400" b="1" dirty="0">
                <a:latin typeface="+mj-lt"/>
              </a:rPr>
            </a:b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27885735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3044225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3. Từ rất xa khơi Người đã chọn tôi trong những bạn bè nơi lòng dương thế. Và đỡ nâng tôi Người biến luyện nên như hạt giống tốt gieo trên mọi miền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26198198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74984202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THẮP SÁNG TRONG CON 125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7027"/>
            <a:ext cx="9144000" cy="5105400"/>
          </a:xfrm>
        </p:spPr>
        <p:txBody>
          <a:bodyPr>
            <a:noAutofit/>
          </a:bodyPr>
          <a:lstStyle/>
          <a:p>
            <a:pPr algn="just"/>
            <a:r>
              <a:rPr lang="vi-VN" sz="5400" b="1" dirty="0">
                <a:solidFill>
                  <a:schemeClr val="tx1"/>
                </a:solidFill>
                <a:latin typeface="+mj-lt"/>
              </a:rPr>
              <a:t>ĐK: Thắp sáng lên trong con tình yêu Chúa. Thắp sáng lên trong con tình tuyệt vời. </a:t>
            </a:r>
          </a:p>
          <a:p>
            <a:pPr algn="just"/>
            <a:r>
              <a:rPr lang="vi-VN" sz="5400" b="1" dirty="0">
                <a:solidFill>
                  <a:schemeClr val="tx1"/>
                </a:solidFill>
                <a:latin typeface="+mj-lt"/>
                <a:cs typeface="Times New Roman" panose="02020603050405020304" pitchFamily="18" charset="0"/>
              </a:rPr>
              <a:t>1. </a:t>
            </a:r>
            <a:r>
              <a:rPr lang="vi-VN" sz="5400" b="1" dirty="0">
                <a:latin typeface="+mj-lt"/>
                <a:cs typeface="Times New Roman" panose="02020603050405020304" pitchFamily="18" charset="0"/>
              </a:rPr>
              <a:t>Để con hân hoan đem tin yêu đi về muôn lối. Tựa như mưa tuôn mưa hồng ân Chúa trên trần đời.</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634459305"/>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3991</TotalTime>
  <Words>1047</Words>
  <Application>Microsoft Office PowerPoint</Application>
  <PresentationFormat>On-screen Show (4:3)</PresentationFormat>
  <Paragraphs>52</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Hiệp Lễ                            CA KHÚC HỒNG ÂN 150</vt:lpstr>
      <vt:lpstr>Hiệp Lễ                            CA KHÚC HỒNG ÂN</vt:lpstr>
      <vt:lpstr>Hiệp Lễ                            CA KHÚC HỒNG ÂN</vt:lpstr>
      <vt:lpstr>Hiệp Lễ                            CA KHÚC HỒNG ÂN</vt:lpstr>
      <vt:lpstr>Hiệp Lễ                            CA KHÚC HỒNG ÂN</vt:lpstr>
      <vt:lpstr>Hiệp Lễ                            CA KHÚC HỒNG ÂN</vt:lpstr>
      <vt:lpstr>PowerPoint Presentation</vt:lpstr>
      <vt:lpstr>PowerPoint Presentation</vt:lpstr>
      <vt:lpstr>Dâng Lễ                                           HIỆP DÂNG 79</vt:lpstr>
      <vt:lpstr>Dâng Lễ                                           HIỆP DÂNG 79</vt:lpstr>
      <vt:lpstr>Dâng Lễ                                           HIỆP DÂNG 79</vt:lpstr>
      <vt:lpstr>CA HIỆP LỄ</vt:lpstr>
      <vt:lpstr>Hiệp Lễ 1                                       TỪ RẤT XA KHƠI (163)</vt:lpstr>
      <vt:lpstr>Hiệp Lễ 1                                       TỪ RẤT XA KHƠI (163)</vt:lpstr>
      <vt:lpstr>Hiệp Lễ 1                                       TỪ RẤT XA KHƠI (163)</vt:lpstr>
      <vt:lpstr>Hiệp Lễ 1                                       TỪ RẤT XA KHƠI (163)</vt:lpstr>
      <vt:lpstr>Hiệp Lễ 1                                       TỪ RẤT XA KHƠI (163)</vt:lpstr>
      <vt:lpstr>Hiệp Lễ 1                                       TỪ RẤT XA KHƠI (163)</vt:lpstr>
      <vt:lpstr>Kết lễ                             THẮP SÁNG TRONG CON 125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cp:lastModifiedBy>
  <cp:revision>1331</cp:revision>
  <dcterms:created xsi:type="dcterms:W3CDTF">2018-09-17T12:52:44Z</dcterms:created>
  <dcterms:modified xsi:type="dcterms:W3CDTF">2021-01-25T15:17:33Z</dcterms:modified>
</cp:coreProperties>
</file>