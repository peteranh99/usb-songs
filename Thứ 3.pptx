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0"/>
  </p:notesMasterIdLst>
  <p:sldIdLst>
    <p:sldId id="4112" r:id="rId2"/>
    <p:sldId id="4113" r:id="rId3"/>
    <p:sldId id="4114" r:id="rId4"/>
    <p:sldId id="4115" r:id="rId5"/>
    <p:sldId id="4116" r:id="rId6"/>
    <p:sldId id="4117" r:id="rId7"/>
    <p:sldId id="4372" r:id="rId8"/>
    <p:sldId id="3791" r:id="rId9"/>
    <p:sldId id="3792" r:id="rId10"/>
    <p:sldId id="3793" r:id="rId11"/>
    <p:sldId id="3794" r:id="rId12"/>
    <p:sldId id="4653" r:id="rId13"/>
    <p:sldId id="4654" r:id="rId14"/>
    <p:sldId id="2528" r:id="rId15"/>
    <p:sldId id="2529" r:id="rId16"/>
    <p:sldId id="2530" r:id="rId17"/>
    <p:sldId id="4106" r:id="rId18"/>
    <p:sldId id="4557" r:id="rId19"/>
    <p:sldId id="1428" r:id="rId20"/>
    <p:sldId id="4939" r:id="rId21"/>
    <p:sldId id="1430" r:id="rId22"/>
    <p:sldId id="4940" r:id="rId23"/>
    <p:sldId id="4936" r:id="rId24"/>
    <p:sldId id="4941" r:id="rId25"/>
    <p:sldId id="3931" r:id="rId26"/>
    <p:sldId id="4482" r:id="rId27"/>
    <p:sldId id="4937" r:id="rId28"/>
    <p:sldId id="4938" r:id="rId29"/>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99" autoAdjust="0"/>
    <p:restoredTop sz="94660"/>
  </p:normalViewPr>
  <p:slideViewPr>
    <p:cSldViewPr snapToGrid="0">
      <p:cViewPr varScale="1">
        <p:scale>
          <a:sx n="77" d="100"/>
          <a:sy n="77" d="100"/>
        </p:scale>
        <p:origin x="1642" y="43"/>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12/01/2021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18</a:t>
            </a:fld>
            <a:endParaRPr lang="en-US"/>
          </a:p>
        </p:txBody>
      </p:sp>
    </p:spTree>
    <p:extLst>
      <p:ext uri="{BB962C8B-B14F-4D97-AF65-F5344CB8AC3E}">
        <p14:creationId xmlns:p14="http://schemas.microsoft.com/office/powerpoint/2010/main" val="37018415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425962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20</a:t>
            </a:fld>
            <a:endParaRPr lang="en-US"/>
          </a:p>
        </p:txBody>
      </p:sp>
    </p:spTree>
    <p:extLst>
      <p:ext uri="{BB962C8B-B14F-4D97-AF65-F5344CB8AC3E}">
        <p14:creationId xmlns:p14="http://schemas.microsoft.com/office/powerpoint/2010/main" val="9516696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21</a:t>
            </a:fld>
            <a:endParaRPr lang="en-US"/>
          </a:p>
        </p:txBody>
      </p:sp>
    </p:spTree>
    <p:extLst>
      <p:ext uri="{BB962C8B-B14F-4D97-AF65-F5344CB8AC3E}">
        <p14:creationId xmlns:p14="http://schemas.microsoft.com/office/powerpoint/2010/main" val="7525198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22</a:t>
            </a:fld>
            <a:endParaRPr lang="en-US"/>
          </a:p>
        </p:txBody>
      </p:sp>
    </p:spTree>
    <p:extLst>
      <p:ext uri="{BB962C8B-B14F-4D97-AF65-F5344CB8AC3E}">
        <p14:creationId xmlns:p14="http://schemas.microsoft.com/office/powerpoint/2010/main" val="18111201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23</a:t>
            </a:fld>
            <a:endParaRPr lang="en-US"/>
          </a:p>
        </p:txBody>
      </p:sp>
    </p:spTree>
    <p:extLst>
      <p:ext uri="{BB962C8B-B14F-4D97-AF65-F5344CB8AC3E}">
        <p14:creationId xmlns:p14="http://schemas.microsoft.com/office/powerpoint/2010/main" val="2952997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24</a:t>
            </a:fld>
            <a:endParaRPr lang="en-US"/>
          </a:p>
        </p:txBody>
      </p:sp>
    </p:spTree>
    <p:extLst>
      <p:ext uri="{BB962C8B-B14F-4D97-AF65-F5344CB8AC3E}">
        <p14:creationId xmlns:p14="http://schemas.microsoft.com/office/powerpoint/2010/main" val="9705236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12/01/2021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12/01/2021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12/01/2021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12/01/2021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12/01/2021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12/01/2021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12/01/2021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12/01/2021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12/01/2021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12/01/2021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12/01/2021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12/01/2021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THÁNH THẦN HÃY ĐẾN (258)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1391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Khấn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Suối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đổi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1169443044"/>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THÁNH THẦN HÃY ĐẾN (258)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94892"/>
            <a:ext cx="9144000" cy="6391564"/>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u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010547913"/>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THÁNH THẦN HÃY ĐẾN (333)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5681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dắt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nhất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485848109"/>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THÁNH THẦN HÃY ĐẾN (258)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56817"/>
            <a:ext cx="9144000" cy="6391564"/>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sức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lay.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702988800"/>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0093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tạo</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17629888"/>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627219"/>
            <a:ext cx="9144000" cy="6527485"/>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bảo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lối</a:t>
            </a:r>
            <a:r>
              <a:rPr lang="en-US" sz="5400" b="1" dirty="0">
                <a:latin typeface="Times New Roman" panose="02020603050405020304" pitchFamily="18" charset="0"/>
                <a:cs typeface="Times New Roman" panose="02020603050405020304" pitchFamily="18" charset="0"/>
              </a:rPr>
              <a:t> b</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ớng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76192502"/>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ĐÔI TAY NÀY (42)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01661"/>
            <a:ext cx="9144000" cy="554355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Đôi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hương</a:t>
            </a:r>
            <a:r>
              <a:rPr lang="en-US" sz="5400" b="1" dirty="0">
                <a:latin typeface="Times New Roman" panose="02020603050405020304" pitchFamily="18" charset="0"/>
                <a:cs typeface="Times New Roman" panose="02020603050405020304" pitchFamily="18" charset="0"/>
              </a:rPr>
              <a:t> bay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tòa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Cha.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13588302"/>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ĐÔI TAY NÀY (42)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01661"/>
            <a:ext cx="9144000" cy="5543550"/>
          </a:xfrm>
        </p:spPr>
        <p:txBody>
          <a:bodyPr>
            <a:noAutofit/>
          </a:bodyPr>
          <a:lstStyle/>
          <a:p>
            <a:pPr algn="just"/>
            <a:r>
              <a:rPr lang="en-US" sz="5400" b="1" dirty="0">
                <a:latin typeface="Times New Roman" panose="02020603050405020304" pitchFamily="18" charset="0"/>
                <a:cs typeface="Times New Roman" panose="02020603050405020304" pitchFamily="18" charset="0"/>
              </a:rPr>
              <a:t>Xin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hay </a:t>
            </a:r>
            <a:r>
              <a:rPr lang="en-US" sz="5400" b="1" dirty="0" err="1">
                <a:latin typeface="Times New Roman" panose="02020603050405020304" pitchFamily="18" charset="0"/>
                <a:cs typeface="Times New Roman" panose="02020603050405020304" pitchFamily="18" charset="0"/>
              </a:rPr>
              <a:t>khi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đắng</a:t>
            </a:r>
            <a:r>
              <a:rPr lang="en-US" sz="5400" b="1" dirty="0">
                <a:latin typeface="Times New Roman" panose="02020603050405020304" pitchFamily="18" charset="0"/>
                <a:cs typeface="Times New Roman" panose="02020603050405020304" pitchFamily="18" charset="0"/>
              </a:rPr>
              <a:t> cay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suốt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ngát</a:t>
            </a:r>
            <a:r>
              <a:rPr lang="en-US" sz="5400" b="1" dirty="0">
                <a:latin typeface="Times New Roman" panose="02020603050405020304" pitchFamily="18" charset="0"/>
                <a:cs typeface="Times New Roman" panose="02020603050405020304" pitchFamily="18" charset="0"/>
              </a:rPr>
              <a:t> bay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34077600"/>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ĐÔI TAY NÀY (42)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01661"/>
            <a:ext cx="9144000" cy="554355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Xin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đồng</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lấy</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chén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nồng</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4443888"/>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2282"/>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mạch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0600"/>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Quyền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năng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ta ca </a:t>
            </a:r>
            <a:r>
              <a:rPr lang="en-US" sz="5400" b="1" dirty="0" err="1">
                <a:solidFill>
                  <a:schemeClr val="tx1"/>
                </a:solidFill>
                <a:latin typeface="Times New Roman" panose="02020603050405020304" pitchFamily="18" charset="0"/>
                <a:cs typeface="Times New Roman" panose="02020603050405020304" pitchFamily="18" charset="0"/>
              </a:rPr>
              <a:t>vang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khắp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để</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giới</a:t>
            </a:r>
            <a:r>
              <a:rPr lang="en-US" sz="5400" b="1" dirty="0">
                <a:solidFill>
                  <a:schemeClr val="tx1"/>
                </a:solidFill>
                <a:latin typeface="Times New Roman" panose="02020603050405020304" pitchFamily="18" charset="0"/>
                <a:cs typeface="Times New Roman" panose="02020603050405020304" pitchFamily="18" charset="0"/>
              </a:rPr>
              <a:t> tin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a:t>
            </a:r>
            <a:r>
              <a:rPr lang="en-US" sz="5400" b="1" dirty="0" err="1">
                <a:solidFill>
                  <a:schemeClr val="tx1"/>
                </a:solidFill>
                <a:latin typeface="Times New Roman" panose="02020603050405020304" pitchFamily="18" charset="0"/>
                <a:cs typeface="Times New Roman" panose="02020603050405020304" pitchFamily="18" charset="0"/>
              </a:rPr>
              <a:t>ỳ</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công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ta loan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gian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để</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danh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Trời</a:t>
            </a:r>
            <a:r>
              <a:rPr lang="en-US" sz="5400" b="1" dirty="0">
                <a:solidFill>
                  <a:schemeClr val="tx1"/>
                </a:solidFill>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QUYỀN NĂNG CHÚA (132 B)</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924488464"/>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981200"/>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Ta ca </a:t>
            </a:r>
            <a:r>
              <a:rPr lang="en-US" sz="5400" b="1" dirty="0" err="1">
                <a:solidFill>
                  <a:schemeClr val="tx1"/>
                </a:solidFill>
                <a:latin typeface="Times New Roman" panose="02020603050405020304" pitchFamily="18" charset="0"/>
                <a:cs typeface="Times New Roman" panose="02020603050405020304" pitchFamily="18" charset="0"/>
              </a:rPr>
              <a:t>chúc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danh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bài</a:t>
            </a:r>
            <a:r>
              <a:rPr lang="en-US" sz="5400" b="1" dirty="0">
                <a:solidFill>
                  <a:schemeClr val="tx1"/>
                </a:solidFill>
                <a:latin typeface="Times New Roman" panose="02020603050405020304" pitchFamily="18" charset="0"/>
                <a:cs typeface="Times New Roman" panose="02020603050405020304" pitchFamily="18" charset="0"/>
              </a:rPr>
              <a:t> ca </a:t>
            </a:r>
            <a:r>
              <a:rPr lang="en-US" sz="5400" b="1" dirty="0" err="1">
                <a:solidFill>
                  <a:schemeClr val="tx1"/>
                </a:solidFill>
                <a:latin typeface="Times New Roman" panose="02020603050405020304" pitchFamily="18" charset="0"/>
                <a:cs typeface="Times New Roman" panose="02020603050405020304" pitchFamily="18" charset="0"/>
              </a:rPr>
              <a:t>mới</a:t>
            </a:r>
            <a:r>
              <a:rPr lang="en-US" sz="5400" b="1" dirty="0">
                <a:solidFill>
                  <a:schemeClr val="tx1"/>
                </a:solidFill>
                <a:latin typeface="Times New Roman" panose="02020603050405020304" pitchFamily="18" charset="0"/>
                <a:cs typeface="Times New Roman" panose="02020603050405020304" pitchFamily="18" charset="0"/>
              </a:rPr>
              <a:t> ca </a:t>
            </a:r>
            <a:r>
              <a:rPr lang="en-US" sz="5400" b="1" dirty="0" err="1">
                <a:solidFill>
                  <a:schemeClr val="tx1"/>
                </a:solidFill>
                <a:latin typeface="Times New Roman" panose="02020603050405020304" pitchFamily="18" charset="0"/>
                <a:cs typeface="Times New Roman" panose="02020603050405020304" pitchFamily="18" charset="0"/>
              </a:rPr>
              <a:t>lên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địa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cầu</a:t>
            </a:r>
            <a:r>
              <a:rPr lang="en-US" sz="5400" b="1" dirty="0">
                <a:solidFill>
                  <a:schemeClr val="tx1"/>
                </a:solidFill>
                <a:latin typeface="Times New Roman" panose="02020603050405020304" pitchFamily="18" charset="0"/>
                <a:cs typeface="Times New Roman" panose="02020603050405020304" pitchFamily="18" charset="0"/>
              </a:rPr>
              <a:t> ca </a:t>
            </a:r>
            <a:r>
              <a:rPr lang="en-US" sz="5400" b="1" dirty="0" err="1">
                <a:solidFill>
                  <a:schemeClr val="tx1"/>
                </a:solidFill>
                <a:latin typeface="Times New Roman" panose="02020603050405020304" pitchFamily="18" charset="0"/>
                <a:cs typeface="Times New Roman" panose="02020603050405020304" pitchFamily="18" charset="0"/>
              </a:rPr>
              <a:t>lên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ngợi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khen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a:solidFill>
                  <a:srgbClr val="FF0000"/>
                </a:solidFill>
                <a:latin typeface="Times New Roman" panose="02020603050405020304" pitchFamily="18" charset="0"/>
                <a:cs typeface="Times New Roman" panose="02020603050405020304" pitchFamily="18" charset="0"/>
              </a:rPr>
              <a:t>Nhập Lễ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QUYỀN NĂNG CHÚA</a:t>
            </a:r>
            <a:endParaRPr lang="en-US" sz="2400" b="1">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239728540"/>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0600"/>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Quyền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năng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ta ca </a:t>
            </a:r>
            <a:r>
              <a:rPr lang="en-US" sz="5400" b="1" dirty="0" err="1">
                <a:solidFill>
                  <a:schemeClr val="tx1"/>
                </a:solidFill>
                <a:latin typeface="Times New Roman" panose="02020603050405020304" pitchFamily="18" charset="0"/>
                <a:cs typeface="Times New Roman" panose="02020603050405020304" pitchFamily="18" charset="0"/>
              </a:rPr>
              <a:t>vang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khắp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để</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giới</a:t>
            </a:r>
            <a:r>
              <a:rPr lang="en-US" sz="5400" b="1" dirty="0">
                <a:solidFill>
                  <a:schemeClr val="tx1"/>
                </a:solidFill>
                <a:latin typeface="Times New Roman" panose="02020603050405020304" pitchFamily="18" charset="0"/>
                <a:cs typeface="Times New Roman" panose="02020603050405020304" pitchFamily="18" charset="0"/>
              </a:rPr>
              <a:t> tin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a:t>
            </a:r>
            <a:r>
              <a:rPr lang="en-US" sz="5400" b="1" dirty="0" err="1">
                <a:solidFill>
                  <a:schemeClr val="tx1"/>
                </a:solidFill>
                <a:latin typeface="Times New Roman" panose="02020603050405020304" pitchFamily="18" charset="0"/>
                <a:cs typeface="Times New Roman" panose="02020603050405020304" pitchFamily="18" charset="0"/>
              </a:rPr>
              <a:t>ỳ</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công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ta loan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gian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để</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danh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Trời</a:t>
            </a:r>
            <a:r>
              <a:rPr lang="en-US" sz="5400" b="1" dirty="0">
                <a:solidFill>
                  <a:schemeClr val="tx1"/>
                </a:solidFill>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QUYỀN NĂNG CHÚA (132 B)</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594916552"/>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47800"/>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2. </a:t>
            </a:r>
            <a:r>
              <a:rPr lang="en-US" sz="5400" b="1" dirty="0" err="1">
                <a:solidFill>
                  <a:schemeClr val="tx1"/>
                </a:solidFill>
                <a:latin typeface="Times New Roman" panose="02020603050405020304" pitchFamily="18" charset="0"/>
                <a:cs typeface="Times New Roman" panose="02020603050405020304" pitchFamily="18" charset="0"/>
              </a:rPr>
              <a:t>Danh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err="1">
                <a:solidFill>
                  <a:schemeClr val="tx1"/>
                </a:solidFill>
                <a:latin typeface="Times New Roman" panose="02020603050405020304" pitchFamily="18" charset="0"/>
                <a:cs typeface="Times New Roman" panose="02020603050405020304" pitchFamily="18" charset="0"/>
              </a:rPr>
              <a:t>cao</a:t>
            </a:r>
            <a:r>
              <a:rPr lang="en-US" sz="5400" b="1">
                <a:solidFill>
                  <a:schemeClr val="tx1"/>
                </a:solidFill>
                <a:latin typeface="Times New Roman" panose="02020603050405020304" pitchFamily="18" charset="0"/>
                <a:cs typeface="Times New Roman" panose="02020603050405020304" pitchFamily="18" charset="0"/>
              </a:rPr>
              <a:t> vời </a:t>
            </a:r>
            <a:r>
              <a:rPr lang="en-US" sz="5400" b="1" dirty="0" err="1">
                <a:solidFill>
                  <a:schemeClr val="tx1"/>
                </a:solidFill>
                <a:latin typeface="Times New Roman" panose="02020603050405020304" pitchFamily="18" charset="0"/>
                <a:cs typeface="Times New Roman" panose="02020603050405020304" pitchFamily="18" charset="0"/>
              </a:rPr>
              <a:t>tôn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Người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mãi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mãi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Người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vượt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chư</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suy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phục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kính</a:t>
            </a:r>
            <a:r>
              <a:rPr lang="en-US" sz="5400" b="1" dirty="0">
                <a:solidFill>
                  <a:schemeClr val="tx1"/>
                </a:solidFill>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a:solidFill>
                  <a:srgbClr val="FF0000"/>
                </a:solidFill>
                <a:latin typeface="Times New Roman" panose="02020603050405020304" pitchFamily="18" charset="0"/>
                <a:cs typeface="Times New Roman" panose="02020603050405020304" pitchFamily="18" charset="0"/>
              </a:rPr>
              <a:t>Nhập Lễ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QUYỀN NĂNG CHÚA</a:t>
            </a:r>
            <a:endParaRPr lang="en-US" sz="2400" b="1">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527758361"/>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0600"/>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Quyền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năng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ta ca </a:t>
            </a:r>
            <a:r>
              <a:rPr lang="en-US" sz="5400" b="1" dirty="0" err="1">
                <a:solidFill>
                  <a:schemeClr val="tx1"/>
                </a:solidFill>
                <a:latin typeface="Times New Roman" panose="02020603050405020304" pitchFamily="18" charset="0"/>
                <a:cs typeface="Times New Roman" panose="02020603050405020304" pitchFamily="18" charset="0"/>
              </a:rPr>
              <a:t>vang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khắp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để</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giới</a:t>
            </a:r>
            <a:r>
              <a:rPr lang="en-US" sz="5400" b="1" dirty="0">
                <a:solidFill>
                  <a:schemeClr val="tx1"/>
                </a:solidFill>
                <a:latin typeface="Times New Roman" panose="02020603050405020304" pitchFamily="18" charset="0"/>
                <a:cs typeface="Times New Roman" panose="02020603050405020304" pitchFamily="18" charset="0"/>
              </a:rPr>
              <a:t> tin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a:t>
            </a:r>
            <a:r>
              <a:rPr lang="en-US" sz="5400" b="1" dirty="0" err="1">
                <a:solidFill>
                  <a:schemeClr val="tx1"/>
                </a:solidFill>
                <a:latin typeface="Times New Roman" panose="02020603050405020304" pitchFamily="18" charset="0"/>
                <a:cs typeface="Times New Roman" panose="02020603050405020304" pitchFamily="18" charset="0"/>
              </a:rPr>
              <a:t>ỳ</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công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ta loan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gian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để</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danh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Trời</a:t>
            </a:r>
            <a:r>
              <a:rPr lang="en-US" sz="5400" b="1" dirty="0">
                <a:solidFill>
                  <a:schemeClr val="tx1"/>
                </a:solidFill>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QUYỀN NĂNG CHÚA (132 B)</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28266984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47800"/>
            <a:ext cx="9144000" cy="6248400"/>
          </a:xfrm>
        </p:spPr>
        <p:txBody>
          <a:bodyPr>
            <a:noAutofit/>
          </a:bodyPr>
          <a:lstStyle/>
          <a:p>
            <a:pPr algn="just"/>
            <a:r>
              <a:rPr lang="en-US" sz="5400" b="1" dirty="0">
                <a:latin typeface="Times New Roman" panose="02020603050405020304" pitchFamily="18" charset="0"/>
                <a:cs typeface="Times New Roman" panose="02020603050405020304" pitchFamily="18" charset="0"/>
              </a:rPr>
              <a:t>3.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hợp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Vinh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a:solidFill>
                  <a:srgbClr val="FF0000"/>
                </a:solidFill>
                <a:latin typeface="Times New Roman" panose="02020603050405020304" pitchFamily="18" charset="0"/>
                <a:cs typeface="Times New Roman" panose="02020603050405020304" pitchFamily="18" charset="0"/>
              </a:rPr>
              <a:t>Nhập Lễ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QUYỀN NĂNG CHÚA</a:t>
            </a:r>
            <a:endParaRPr lang="en-US" sz="2400" b="1">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608748976"/>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0600"/>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Quyền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năng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ta ca </a:t>
            </a:r>
            <a:r>
              <a:rPr lang="en-US" sz="5400" b="1" dirty="0" err="1">
                <a:solidFill>
                  <a:schemeClr val="tx1"/>
                </a:solidFill>
                <a:latin typeface="Times New Roman" panose="02020603050405020304" pitchFamily="18" charset="0"/>
                <a:cs typeface="Times New Roman" panose="02020603050405020304" pitchFamily="18" charset="0"/>
              </a:rPr>
              <a:t>vang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khắp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để</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giới</a:t>
            </a:r>
            <a:r>
              <a:rPr lang="en-US" sz="5400" b="1" dirty="0">
                <a:solidFill>
                  <a:schemeClr val="tx1"/>
                </a:solidFill>
                <a:latin typeface="Times New Roman" panose="02020603050405020304" pitchFamily="18" charset="0"/>
                <a:cs typeface="Times New Roman" panose="02020603050405020304" pitchFamily="18" charset="0"/>
              </a:rPr>
              <a:t> tin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a:t>
            </a:r>
            <a:r>
              <a:rPr lang="en-US" sz="5400" b="1" dirty="0" err="1">
                <a:solidFill>
                  <a:schemeClr val="tx1"/>
                </a:solidFill>
                <a:latin typeface="Times New Roman" panose="02020603050405020304" pitchFamily="18" charset="0"/>
                <a:cs typeface="Times New Roman" panose="02020603050405020304" pitchFamily="18" charset="0"/>
              </a:rPr>
              <a:t>ỳ</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công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ta loan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gian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để</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thế</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danh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Trời</a:t>
            </a:r>
            <a:r>
              <a:rPr lang="en-US" sz="5400" b="1" dirty="0">
                <a:solidFill>
                  <a:schemeClr val="tx1"/>
                </a:solidFill>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QUYỀN NĂNG CHÚA (132 B)</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182613621"/>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TẠ LỄ (191)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vi-VN" sz="5400" b="1" dirty="0">
                <a:latin typeface="Times New Roman" panose="02020603050405020304" pitchFamily="18" charset="0"/>
                <a:cs typeface="Times New Roman" panose="02020603050405020304" pitchFamily="18" charset="0"/>
              </a:rPr>
              <a:t>Tạ ơn Chúa chúng con ra về. Hoan ca trong cuộc đời nhân chứng. Tạ ơn Chúa chúng con nhịp bước. Đến khắp nơi để đem Tin Mừng.</a:t>
            </a:r>
          </a:p>
        </p:txBody>
      </p:sp>
    </p:spTree>
    <p:extLst>
      <p:ext uri="{BB962C8B-B14F-4D97-AF65-F5344CB8AC3E}">
        <p14:creationId xmlns:p14="http://schemas.microsoft.com/office/powerpoint/2010/main" val="1948093762"/>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TẠ LỄ (191)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19381"/>
            <a:ext cx="9144000" cy="4219339"/>
          </a:xfrm>
        </p:spPr>
        <p:txBody>
          <a:bodyPr>
            <a:noAutofit/>
          </a:bodyPr>
          <a:lstStyle/>
          <a:p>
            <a:pPr algn="just"/>
            <a:r>
              <a:rPr lang="en-US" sz="5400" b="1" dirty="0">
                <a:latin typeface="Times New Roman" panose="02020603050405020304" pitchFamily="18" charset="0"/>
                <a:cs typeface="Times New Roman" panose="02020603050405020304" pitchFamily="18" charset="0"/>
              </a:rPr>
              <a:t>1. Ra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Khởi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ca.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06784097"/>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TẠ LỄ (191)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19381"/>
            <a:ext cx="9144000" cy="4219339"/>
          </a:xfrm>
        </p:spPr>
        <p:txBody>
          <a:bodyPr>
            <a:noAutofit/>
          </a:bodyPr>
          <a:lstStyle/>
          <a:p>
            <a:pPr algn="just"/>
            <a:r>
              <a:rPr lang="en-US" sz="5400" b="1" dirty="0">
                <a:latin typeface="Times New Roman" panose="02020603050405020304" pitchFamily="18" charset="0"/>
                <a:cs typeface="Times New Roman" panose="02020603050405020304" pitchFamily="18" charset="0"/>
              </a:rPr>
              <a:t>2.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an.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91344241"/>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TẠ LỄ (191)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vi-VN" sz="5400" b="1" dirty="0">
                <a:latin typeface="Times New Roman" panose="02020603050405020304" pitchFamily="18" charset="0"/>
                <a:cs typeface="Times New Roman" panose="02020603050405020304" pitchFamily="18" charset="0"/>
              </a:rPr>
              <a:t>Tạ ơn Chúa chúng con ra về. Hoan ca trong cuộc đời nhân chứng. Tạ ơn Chúa chúng con nhịp bước. Đến khắp nơi để đem Tin Mừng.</a:t>
            </a:r>
          </a:p>
        </p:txBody>
      </p:sp>
    </p:spTree>
    <p:extLst>
      <p:ext uri="{BB962C8B-B14F-4D97-AF65-F5344CB8AC3E}">
        <p14:creationId xmlns:p14="http://schemas.microsoft.com/office/powerpoint/2010/main" val="752557195"/>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3940</TotalTime>
  <Words>1101</Words>
  <Application>Microsoft Office PowerPoint</Application>
  <PresentationFormat>On-screen Show (4:3)</PresentationFormat>
  <Paragraphs>61</Paragraphs>
  <Slides>28</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THÁNH THẦN HÃY ĐẾN (258)</vt:lpstr>
      <vt:lpstr>Nhập Lễ                        THÁNH THẦN HÃY ĐẾN (258)</vt:lpstr>
      <vt:lpstr>Nhập Lễ                        THÁNH THẦN HÃY ĐẾN (333)</vt:lpstr>
      <vt:lpstr>Nhập Lễ                        THÁNH THẦN HÃY ĐẾN (258)</vt:lpstr>
      <vt:lpstr>PowerPoint Presentation</vt:lpstr>
      <vt:lpstr>PowerPoint Presentation</vt:lpstr>
      <vt:lpstr>Dâng Lễ                                           ĐÔI TAY NÀY (42)</vt:lpstr>
      <vt:lpstr>Dâng Lễ                                           ĐÔI TAY NÀY (42)</vt:lpstr>
      <vt:lpstr>Dâng Lễ                                           ĐÔI TAY NÀY (42)</vt:lpstr>
      <vt:lpstr>CA HIỆP LỄ</vt:lpstr>
      <vt:lpstr>Nhập Lễ                                       QUYỀN NĂNG CHÚA (132 B)</vt:lpstr>
      <vt:lpstr>Nhập Lễ                                       QUYỀN NĂNG CHÚA</vt:lpstr>
      <vt:lpstr>Nhập Lễ                                       QUYỀN NĂNG CHÚA (132 B)</vt:lpstr>
      <vt:lpstr>Nhập Lễ                                       QUYỀN NĂNG CHÚA</vt:lpstr>
      <vt:lpstr>Nhập Lễ                                       QUYỀN NĂNG CHÚA (132 B)</vt:lpstr>
      <vt:lpstr>Nhập Lễ                                       QUYỀN NĂNG CHÚA</vt:lpstr>
      <vt:lpstr>Nhập Lễ                                       QUYỀN NĂNG CHÚA (132 B)</vt:lpstr>
      <vt:lpstr>Kết lễ                                             KINH TẠ LỄ (191)</vt:lpstr>
      <vt:lpstr>Kết lễ                                             KINH TẠ LỄ (191)</vt:lpstr>
      <vt:lpstr>Kết lễ                                             KINH TẠ LỄ (191)</vt:lpstr>
      <vt:lpstr>Kết lễ                                             KINH TẠ LỄ (191)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cp:lastModifiedBy>
  <cp:revision>1316</cp:revision>
  <dcterms:created xsi:type="dcterms:W3CDTF">2018-09-17T12:52:44Z</dcterms:created>
  <dcterms:modified xsi:type="dcterms:W3CDTF">2021-01-11T18:56:07Z</dcterms:modified>
</cp:coreProperties>
</file>