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2"/>
  </p:notesMasterIdLst>
  <p:sldIdLst>
    <p:sldId id="4112" r:id="rId2"/>
    <p:sldId id="4113" r:id="rId3"/>
    <p:sldId id="4114" r:id="rId4"/>
    <p:sldId id="4115" r:id="rId5"/>
    <p:sldId id="4116" r:id="rId6"/>
    <p:sldId id="4117" r:id="rId7"/>
    <p:sldId id="4372" r:id="rId8"/>
    <p:sldId id="4498" r:id="rId9"/>
    <p:sldId id="4957" r:id="rId10"/>
    <p:sldId id="4958" r:id="rId11"/>
    <p:sldId id="4653" r:id="rId12"/>
    <p:sldId id="4654" r:id="rId13"/>
    <p:sldId id="4452" r:id="rId14"/>
    <p:sldId id="4458" r:id="rId15"/>
    <p:sldId id="4459" r:id="rId16"/>
    <p:sldId id="4106" r:id="rId17"/>
    <p:sldId id="3739" r:id="rId18"/>
    <p:sldId id="3740" r:id="rId19"/>
    <p:sldId id="3741" r:id="rId20"/>
    <p:sldId id="3742" r:id="rId21"/>
    <p:sldId id="3743" r:id="rId22"/>
    <p:sldId id="3744" r:id="rId23"/>
    <p:sldId id="4959" r:id="rId24"/>
    <p:sldId id="4960" r:id="rId25"/>
    <p:sldId id="3015" r:id="rId26"/>
    <p:sldId id="3016" r:id="rId27"/>
    <p:sldId id="3017" r:id="rId28"/>
    <p:sldId id="3018" r:id="rId29"/>
    <p:sldId id="4961" r:id="rId30"/>
    <p:sldId id="4962" r:id="rId31"/>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81" d="100"/>
          <a:sy n="81" d="100"/>
        </p:scale>
        <p:origin x="1637" y="4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18/01/2021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8</a:t>
            </a:fld>
            <a:endParaRPr lang="en-US"/>
          </a:p>
        </p:txBody>
      </p:sp>
    </p:spTree>
    <p:extLst>
      <p:ext uri="{BB962C8B-B14F-4D97-AF65-F5344CB8AC3E}">
        <p14:creationId xmlns:p14="http://schemas.microsoft.com/office/powerpoint/2010/main" val="23220216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9</a:t>
            </a:fld>
            <a:endParaRPr lang="en-US"/>
          </a:p>
        </p:txBody>
      </p:sp>
    </p:spTree>
    <p:extLst>
      <p:ext uri="{BB962C8B-B14F-4D97-AF65-F5344CB8AC3E}">
        <p14:creationId xmlns:p14="http://schemas.microsoft.com/office/powerpoint/2010/main" val="23347664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10</a:t>
            </a:fld>
            <a:endParaRPr lang="en-US"/>
          </a:p>
        </p:txBody>
      </p:sp>
    </p:spTree>
    <p:extLst>
      <p:ext uri="{BB962C8B-B14F-4D97-AF65-F5344CB8AC3E}">
        <p14:creationId xmlns:p14="http://schemas.microsoft.com/office/powerpoint/2010/main" val="708759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41362563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18</a:t>
            </a:fld>
            <a:endParaRPr lang="en-US"/>
          </a:p>
        </p:txBody>
      </p:sp>
    </p:spTree>
    <p:extLst>
      <p:ext uri="{BB962C8B-B14F-4D97-AF65-F5344CB8AC3E}">
        <p14:creationId xmlns:p14="http://schemas.microsoft.com/office/powerpoint/2010/main" val="39339382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38889729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20</a:t>
            </a:fld>
            <a:endParaRPr lang="en-US"/>
          </a:p>
        </p:txBody>
      </p:sp>
    </p:spTree>
    <p:extLst>
      <p:ext uri="{BB962C8B-B14F-4D97-AF65-F5344CB8AC3E}">
        <p14:creationId xmlns:p14="http://schemas.microsoft.com/office/powerpoint/2010/main" val="12745756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21</a:t>
            </a:fld>
            <a:endParaRPr lang="en-US"/>
          </a:p>
        </p:txBody>
      </p:sp>
    </p:spTree>
    <p:extLst>
      <p:ext uri="{BB962C8B-B14F-4D97-AF65-F5344CB8AC3E}">
        <p14:creationId xmlns:p14="http://schemas.microsoft.com/office/powerpoint/2010/main" val="5908667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22</a:t>
            </a:fld>
            <a:endParaRPr lang="en-US"/>
          </a:p>
        </p:txBody>
      </p:sp>
    </p:spTree>
    <p:extLst>
      <p:ext uri="{BB962C8B-B14F-4D97-AF65-F5344CB8AC3E}">
        <p14:creationId xmlns:p14="http://schemas.microsoft.com/office/powerpoint/2010/main" val="1082990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23</a:t>
            </a:fld>
            <a:endParaRPr lang="en-US"/>
          </a:p>
        </p:txBody>
      </p:sp>
    </p:spTree>
    <p:extLst>
      <p:ext uri="{BB962C8B-B14F-4D97-AF65-F5344CB8AC3E}">
        <p14:creationId xmlns:p14="http://schemas.microsoft.com/office/powerpoint/2010/main" val="38762662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24</a:t>
            </a:fld>
            <a:endParaRPr lang="en-US"/>
          </a:p>
        </p:txBody>
      </p:sp>
    </p:spTree>
    <p:extLst>
      <p:ext uri="{BB962C8B-B14F-4D97-AF65-F5344CB8AC3E}">
        <p14:creationId xmlns:p14="http://schemas.microsoft.com/office/powerpoint/2010/main" val="2565579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18/01/2021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18/01/2021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18/01/2021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18/01/2021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18/01/2021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18/01/2021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40901"/>
            <a:ext cx="9144000" cy="6217099"/>
          </a:xfrm>
        </p:spPr>
        <p:txBody>
          <a:bodyPr>
            <a:noAutofit/>
          </a:bodyPr>
          <a:lstStyle/>
          <a:p>
            <a:pPr algn="just"/>
            <a:r>
              <a:rPr lang="vi-VN" sz="5400" b="1" dirty="0">
                <a:latin typeface="+mj-lt"/>
                <a:cs typeface="Times New Roman" panose="02020603050405020304" pitchFamily="18" charset="0"/>
              </a:rPr>
              <a:t>ĐK: Tôi vui mừng tiến bước về nhà Cha. Gieo cung đàn thắm thiết lời ngợi ca. Ôi bao lần lòng này luôn mơ ước. Xin nương mình vào lòng Chúa bao la. Cho ân tình còn đẹp mãi màu hoa. Như cung nhạc tìm được những vần thơ.</a:t>
            </a:r>
            <a:endParaRPr lang="en-US" sz="5400" b="1" dirty="0">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VỀ BÊN CHÚA (19)</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57323849"/>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812753"/>
            <a:ext cx="9144000" cy="6217099"/>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Cúi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VỀ BÊN CHÚA (19)</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860494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40901"/>
            <a:ext cx="9144000" cy="6217099"/>
          </a:xfrm>
        </p:spPr>
        <p:txBody>
          <a:bodyPr>
            <a:noAutofit/>
          </a:bodyPr>
          <a:lstStyle/>
          <a:p>
            <a:pPr algn="just"/>
            <a:r>
              <a:rPr lang="vi-VN" sz="5400" b="1" dirty="0">
                <a:latin typeface="+mj-lt"/>
                <a:cs typeface="Times New Roman" panose="02020603050405020304" pitchFamily="18" charset="0"/>
              </a:rPr>
              <a:t>ĐK: Tôi vui mừng tiến bước về nhà Cha. Gieo cung đàn thắm thiết lời ngợi ca. Ôi bao lần lòng này luôn mơ ước. Xin nương mình vào lòng Chúa bao la. Cho ân tình còn đẹp mãi màu hoa. Như cung nhạc tìm được những vần thơ.</a:t>
            </a:r>
            <a:endParaRPr lang="en-US" sz="5400" b="1" dirty="0">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VỀ BÊN CHÚA (19)</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96933398"/>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2263"/>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a:latin typeface="Times New Roman" panose="02020603050405020304" pitchFamily="18" charset="0"/>
                <a:cs typeface="Times New Roman" panose="02020603050405020304" pitchFamily="18" charset="0"/>
              </a:rPr>
              <a:t>Cho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nhớ</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7219"/>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đ</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CHÚA (38)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24181"/>
            <a:ext cx="9144000" cy="6097905"/>
          </a:xfrm>
        </p:spPr>
        <p:txBody>
          <a:bodyPr>
            <a:noAutofit/>
          </a:bodyPr>
          <a:lstStyle/>
          <a:p>
            <a:pPr algn="just"/>
            <a:r>
              <a:rPr lang="en-US" sz="5400" b="1" dirty="0">
                <a:latin typeface="Times New Roman" panose="02020603050405020304" pitchFamily="18" charset="0"/>
                <a:cs typeface="Times New Roman" panose="02020603050405020304" pitchFamily="18" charset="0"/>
              </a:rPr>
              <a:t>1</a:t>
            </a:r>
            <a:r>
              <a:rPr lang="vi-VN" sz="5400" b="1" dirty="0">
                <a:latin typeface="Times New Roman" panose="02020603050405020304" pitchFamily="18" charset="0"/>
                <a:cs typeface="Times New Roman" panose="02020603050405020304" pitchFamily="18" charset="0"/>
              </a:rPr>
              <a:t>. Xin dâng Chúa bánh thơm lành đem góp về từ </a:t>
            </a:r>
            <a:r>
              <a:rPr lang="en-US" sz="5400" b="1" dirty="0" err="1">
                <a:latin typeface="Times New Roman" panose="02020603050405020304" pitchFamily="18" charset="0"/>
                <a:cs typeface="Times New Roman" panose="02020603050405020304" pitchFamily="18" charset="0"/>
              </a:rPr>
              <a:t>ruộng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a:t>
            </a:r>
            <a:r>
              <a:rPr lang="vi-VN" sz="5400" b="1" dirty="0">
                <a:latin typeface="Times New Roman" panose="02020603050405020304" pitchFamily="18" charset="0"/>
                <a:cs typeface="Times New Roman" panose="02020603050405020304" pitchFamily="18" charset="0"/>
              </a:rPr>
              <a:t> đồng xanh. Xin dâng Chúa chén nho nồng như máu hồng tràn nét yêu thương.</a:t>
            </a:r>
          </a:p>
        </p:txBody>
      </p:sp>
    </p:spTree>
    <p:extLst>
      <p:ext uri="{BB962C8B-B14F-4D97-AF65-F5344CB8AC3E}">
        <p14:creationId xmlns:p14="http://schemas.microsoft.com/office/powerpoint/2010/main" val="123559161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CHÚA (38)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24181"/>
            <a:ext cx="9144000" cy="6097905"/>
          </a:xfrm>
        </p:spPr>
        <p:txBody>
          <a:bodyPr>
            <a:noAutofit/>
          </a:bodyPr>
          <a:lstStyle/>
          <a:p>
            <a:pPr algn="just"/>
            <a:r>
              <a:rPr lang="vi-VN" sz="5400" b="1" dirty="0">
                <a:latin typeface="Times New Roman" panose="02020603050405020304" pitchFamily="18" charset="0"/>
                <a:cs typeface="Times New Roman" panose="02020603050405020304" pitchFamily="18" charset="0"/>
              </a:rPr>
              <a:t>ĐK. Dâng lên Ngài, xin dâng lên Ngài tựa của lễ dâng trong sương chiều, muôn lao nhọc với những vui buồn, đời trần gian là đường thánh giá. </a:t>
            </a:r>
          </a:p>
        </p:txBody>
      </p:sp>
    </p:spTree>
    <p:extLst>
      <p:ext uri="{BB962C8B-B14F-4D97-AF65-F5344CB8AC3E}">
        <p14:creationId xmlns:p14="http://schemas.microsoft.com/office/powerpoint/2010/main" val="513074146"/>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CHÚA (38)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24181"/>
            <a:ext cx="9144000" cy="6097905"/>
          </a:xfrm>
        </p:spPr>
        <p:txBody>
          <a:bodyPr>
            <a:noAutofit/>
          </a:bodyPr>
          <a:lstStyle/>
          <a:p>
            <a:pPr algn="just"/>
            <a:r>
              <a:rPr lang="vi-VN" sz="5400" b="1" dirty="0">
                <a:latin typeface="Times New Roman" panose="02020603050405020304" pitchFamily="18" charset="0"/>
                <a:cs typeface="Times New Roman" panose="02020603050405020304" pitchFamily="18" charset="0"/>
              </a:rPr>
              <a:t>Dâng lên Ngài, xin dâng lên Ngài, hiệp cùng máu Giê</a:t>
            </a:r>
            <a:r>
              <a:rPr lang="en-US" sz="5400" b="1" dirty="0">
                <a:latin typeface="Times New Roman" panose="02020603050405020304" pitchFamily="18" charset="0"/>
                <a:cs typeface="Times New Roman" panose="02020603050405020304" pitchFamily="18" charset="0"/>
              </a:rPr>
              <a:t>-</a:t>
            </a:r>
            <a:r>
              <a:rPr lang="vi-VN" sz="5400" b="1" dirty="0">
                <a:latin typeface="Times New Roman" panose="02020603050405020304" pitchFamily="18" charset="0"/>
                <a:cs typeface="Times New Roman" panose="02020603050405020304" pitchFamily="18" charset="0"/>
              </a:rPr>
              <a:t>su tuôn tràn, xin Cha nhận ban muôn ơn lành cho xác hồn con thắm tươi xinh.</a:t>
            </a:r>
          </a:p>
        </p:txBody>
      </p:sp>
    </p:spTree>
    <p:extLst>
      <p:ext uri="{BB962C8B-B14F-4D97-AF65-F5344CB8AC3E}">
        <p14:creationId xmlns:p14="http://schemas.microsoft.com/office/powerpoint/2010/main" val="2478405716"/>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dọn</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cỗ</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chén</a:t>
            </a:r>
            <a:r>
              <a:rPr lang="en-US" sz="5400" b="1" dirty="0">
                <a:latin typeface="Times New Roman" panose="02020603050405020304" pitchFamily="18" charset="0"/>
                <a:cs typeface="Times New Roman" panose="02020603050405020304" pitchFamily="18" charset="0"/>
              </a:rPr>
              <a:t> r</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0675"/>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t>
            </a:r>
            <a:r>
              <a:rPr lang="en-US" sz="5400" b="1" dirty="0" err="1">
                <a:latin typeface="Times New Roman" pitchFamily="18" charset="0"/>
                <a:cs typeface="Times New Roman" pitchFamily="18" charset="0"/>
              </a:rPr>
              <a:t>vươn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lút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thắm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dào</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NGÀI YÊU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28585541"/>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00150"/>
            <a:ext cx="9144000" cy="5410200"/>
          </a:xfrm>
        </p:spPr>
        <p:txBody>
          <a:bodyPr>
            <a:noAutofit/>
          </a:bodyPr>
          <a:lstStyle/>
          <a:p>
            <a:pPr algn="just"/>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khuya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giấc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NGÀI YÊU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451373253"/>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en-US" sz="5400" b="1" dirty="0">
                <a:latin typeface="Times New Roman" pitchFamily="18" charset="0"/>
                <a:cs typeface="Times New Roman" pitchFamily="18" charset="0"/>
              </a:rPr>
              <a:t>ĐK: Xin </a:t>
            </a:r>
            <a:r>
              <a:rPr lang="en-US" sz="5400" b="1" dirty="0" err="1">
                <a:latin typeface="Times New Roman" pitchFamily="18" charset="0"/>
                <a:cs typeface="Times New Roman" pitchFamily="18" charset="0"/>
              </a:rPr>
              <a:t>đoan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thôi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NGÀI YÊU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002332393"/>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en-US" sz="5400" b="1" dirty="0" err="1">
                <a:latin typeface="Times New Roman" pitchFamily="18" charset="0"/>
                <a:cs typeface="Times New Roman" pitchFamily="18" charset="0"/>
              </a:rPr>
              <a:t>Mong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mọi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hoài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NGÀI YÊU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15603044"/>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0675"/>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Đường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con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nhịp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hết</a:t>
            </a:r>
            <a:r>
              <a:rPr lang="en-US" sz="5400" b="1" dirty="0">
                <a:latin typeface="Times New Roman" pitchFamily="18" charset="0"/>
                <a:cs typeface="Times New Roman" pitchFamily="18" charset="0"/>
              </a:rPr>
              <a:t> lo </a:t>
            </a:r>
            <a:r>
              <a:rPr lang="en-US" sz="5400" b="1" dirty="0" err="1">
                <a:latin typeface="Times New Roman" pitchFamily="18" charset="0"/>
                <a:cs typeface="Times New Roman" pitchFamily="18" charset="0"/>
              </a:rPr>
              <a:t>sợ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gì</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NGÀI YÊU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4258730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00150"/>
            <a:ext cx="9144000" cy="5410200"/>
          </a:xfrm>
        </p:spPr>
        <p:txBody>
          <a:bodyPr>
            <a:noAutofit/>
          </a:bodyPr>
          <a:lstStyle/>
          <a:p>
            <a:pPr algn="just"/>
            <a:r>
              <a:rPr lang="en-US" sz="5400" b="1" dirty="0" err="1">
                <a:latin typeface="Times New Roman" pitchFamily="18" charset="0"/>
                <a:cs typeface="Times New Roman" pitchFamily="18" charset="0"/>
              </a:rPr>
              <a:t>Dù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nan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nhắc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nhỏ</a:t>
            </a:r>
            <a:r>
              <a:rPr lang="en-US" sz="5400" b="1" dirty="0">
                <a:latin typeface="Times New Roman" pitchFamily="18" charset="0"/>
                <a:cs typeface="Times New Roman" pitchFamily="18" charset="0"/>
              </a:rPr>
              <a:t> lo </a:t>
            </a:r>
            <a:r>
              <a:rPr lang="en-US" sz="5400" b="1" dirty="0" err="1">
                <a:latin typeface="Times New Roman" pitchFamily="18" charset="0"/>
                <a:cs typeface="Times New Roman" pitchFamily="18" charset="0"/>
              </a:rPr>
              <a:t>toan</a:t>
            </a:r>
            <a:r>
              <a:rPr lang="en-US" sz="5400" b="1" dirty="0">
                <a:latin typeface="Times New Roman" pitchFamily="18" charset="0"/>
                <a:cs typeface="Times New Roman" pitchFamily="18" charset="0"/>
              </a:rPr>
              <a:t> con an </a:t>
            </a:r>
            <a:r>
              <a:rPr lang="en-US" sz="5400" b="1" dirty="0" err="1">
                <a:latin typeface="Times New Roman" pitchFamily="18" charset="0"/>
                <a:cs typeface="Times New Roman" pitchFamily="18" charset="0"/>
              </a:rPr>
              <a:t>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trì</a:t>
            </a:r>
            <a:r>
              <a:rPr lang="en-US" sz="5400" b="1" dirty="0">
                <a:latin typeface="Times New Roman" pitchFamily="18" charset="0"/>
                <a:cs typeface="Times New Roman" pitchFamily="18" charset="0"/>
              </a:rPr>
              <a:t>.</a:t>
            </a:r>
            <a:endParaRPr lang="en-US" sz="5400" b="1" i="1" dirty="0">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NGÀI YÊU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405032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en-US" sz="5400" b="1" dirty="0">
                <a:latin typeface="Times New Roman" pitchFamily="18" charset="0"/>
                <a:cs typeface="Times New Roman" pitchFamily="18" charset="0"/>
              </a:rPr>
              <a:t>ĐK: Xin </a:t>
            </a:r>
            <a:r>
              <a:rPr lang="en-US" sz="5400" b="1" dirty="0" err="1">
                <a:latin typeface="Times New Roman" pitchFamily="18" charset="0"/>
                <a:cs typeface="Times New Roman" pitchFamily="18" charset="0"/>
              </a:rPr>
              <a:t>đoan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thôi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NGÀI YÊU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507143805"/>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en-US" sz="5400" b="1" dirty="0" err="1">
                <a:latin typeface="Times New Roman" pitchFamily="18" charset="0"/>
                <a:cs typeface="Times New Roman" pitchFamily="18" charset="0"/>
              </a:rPr>
              <a:t>Mong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mọi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hoài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NGÀI YÊU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931794119"/>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HIỆP NHẤT (144)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Cha.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8354715"/>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HIỆP NHẤT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Xin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chia </a:t>
            </a:r>
            <a:r>
              <a:rPr lang="en-US" sz="5400" b="1" dirty="0" err="1">
                <a:latin typeface="Times New Roman" panose="02020603050405020304" pitchFamily="18" charset="0"/>
                <a:cs typeface="Times New Roman" panose="02020603050405020304" pitchFamily="18" charset="0"/>
              </a:rPr>
              <a:t>rẽ</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4942023"/>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HIỆP NHẤT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rằng</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nhất</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2446465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HIỆP NHẤT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3694985"/>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HIỆP NHẤT (144)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Cha.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58329845"/>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HIỆP NHẤT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Xin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chia </a:t>
            </a:r>
            <a:r>
              <a:rPr lang="en-US" sz="5400" b="1" dirty="0" err="1">
                <a:latin typeface="Times New Roman" panose="02020603050405020304" pitchFamily="18" charset="0"/>
                <a:cs typeface="Times New Roman" panose="02020603050405020304" pitchFamily="18" charset="0"/>
              </a:rPr>
              <a:t>rẽ</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81302445"/>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3965</TotalTime>
  <Words>1146</Words>
  <Application>Microsoft Office PowerPoint</Application>
  <PresentationFormat>On-screen Show (4:3)</PresentationFormat>
  <Paragraphs>69</Paragraphs>
  <Slides>30</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VỀ BÊN CHÚA (19)</vt:lpstr>
      <vt:lpstr>Nhập Lễ                                    VỀ BÊN CHÚA (19)</vt:lpstr>
      <vt:lpstr>Nhập Lễ                                    VỀ BÊN CHÚA (19)</vt:lpstr>
      <vt:lpstr>PowerPoint Presentation</vt:lpstr>
      <vt:lpstr>PowerPoint Presentation</vt:lpstr>
      <vt:lpstr>Dâng Lễ                                     DÂNG CHÚA (38)</vt:lpstr>
      <vt:lpstr>Dâng Lễ                                     DÂNG CHÚA (38)</vt:lpstr>
      <vt:lpstr>Dâng Lễ                                     DÂNG CHÚA (38)</vt:lpstr>
      <vt:lpstr>CA HIỆP LỄ</vt:lpstr>
      <vt:lpstr>Hiệp Lễ                     TÌNH NGÀI YÊU (184)</vt:lpstr>
      <vt:lpstr>Hiệp Lễ                     TÌNH NGÀI YÊU (184)</vt:lpstr>
      <vt:lpstr>Hiệp Lễ                     TÌNH NGÀI YÊU (184)</vt:lpstr>
      <vt:lpstr>Hiệp Lễ                     TÌNH NGÀI YÊU (184)</vt:lpstr>
      <vt:lpstr>Hiệp Lễ                     TÌNH NGÀI YÊU (184)</vt:lpstr>
      <vt:lpstr>Hiệp Lễ                     TÌNH NGÀI YÊU (184)</vt:lpstr>
      <vt:lpstr>Hiệp Lễ                     TÌNH NGÀI YÊU (184)</vt:lpstr>
      <vt:lpstr>Hiệp Lễ                     TÌNH NGÀI YÊU (184)</vt:lpstr>
      <vt:lpstr>Kết Lễ                                        BÀI CA HIỆP NHẤT (144)</vt:lpstr>
      <vt:lpstr>Kết Lễ                                        BÀI CA HIỆP NHẤT </vt:lpstr>
      <vt:lpstr>Kết Lễ                                        BÀI CA HIỆP NHẤT </vt:lpstr>
      <vt:lpstr>Kết Lễ                                        BÀI CA HIỆP NHẤT </vt:lpstr>
      <vt:lpstr>Kết Lễ                                        BÀI CA HIỆP NHẤT (144)</vt:lpstr>
      <vt:lpstr>Kết Lễ                                        BÀI CA HIỆP NHẤT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1323</cp:revision>
  <dcterms:created xsi:type="dcterms:W3CDTF">2018-09-17T12:52:44Z</dcterms:created>
  <dcterms:modified xsi:type="dcterms:W3CDTF">2021-01-18T15:47:00Z</dcterms:modified>
</cp:coreProperties>
</file>