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4810" r:id="rId2"/>
    <p:sldId id="4811" r:id="rId3"/>
    <p:sldId id="4812" r:id="rId4"/>
    <p:sldId id="4813" r:id="rId5"/>
    <p:sldId id="4814" r:id="rId6"/>
    <p:sldId id="4815" r:id="rId7"/>
    <p:sldId id="5163" r:id="rId8"/>
    <p:sldId id="1633" r:id="rId9"/>
    <p:sldId id="5486" r:id="rId10"/>
    <p:sldId id="5487" r:id="rId11"/>
    <p:sldId id="2426" r:id="rId12"/>
    <p:sldId id="5017" r:id="rId13"/>
    <p:sldId id="3771" r:id="rId14"/>
    <p:sldId id="3772" r:id="rId15"/>
    <p:sldId id="5488" r:id="rId16"/>
    <p:sldId id="5412" r:id="rId17"/>
    <p:sldId id="4786" r:id="rId18"/>
    <p:sldId id="4787" r:id="rId19"/>
    <p:sldId id="4788" r:id="rId20"/>
    <p:sldId id="4772" r:id="rId21"/>
    <p:sldId id="4774" r:id="rId22"/>
    <p:sldId id="4775" r:id="rId23"/>
    <p:sldId id="5489" r:id="rId24"/>
    <p:sldId id="5490" r:id="rId25"/>
    <p:sldId id="4776" r:id="rId26"/>
    <p:sldId id="4777" r:id="rId27"/>
    <p:sldId id="5491" r:id="rId28"/>
    <p:sldId id="5492" r:id="rId29"/>
    <p:sldId id="5493" r:id="rId30"/>
    <p:sldId id="3726" r:id="rId31"/>
    <p:sldId id="3728" r:id="rId32"/>
  </p:sldIdLst>
  <p:sldSz cx="9144000" cy="6858000" type="screen4x3"/>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927" autoAdjust="0"/>
    <p:restoredTop sz="86404" autoAdjust="0"/>
  </p:normalViewPr>
  <p:slideViewPr>
    <p:cSldViewPr snapToGrid="0">
      <p:cViewPr varScale="1">
        <p:scale>
          <a:sx n="86" d="100"/>
          <a:sy n="86" d="100"/>
        </p:scale>
        <p:origin x="1618" y="67"/>
      </p:cViewPr>
      <p:guideLst>
        <p:guide orient="horz" pos="2160"/>
        <p:guide pos="2880"/>
      </p:guideLst>
    </p:cSldViewPr>
  </p:slideViewPr>
  <p:outlineViewPr>
    <p:cViewPr>
      <p:scale>
        <a:sx n="33" d="100"/>
        <a:sy n="33" d="100"/>
      </p:scale>
      <p:origin x="48" y="2699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5985F-86E8-4AA6-9352-571FAE95264D}" type="datetimeFigureOut">
              <a:rPr lang="vi-VN" smtClean="0"/>
              <a:pPr/>
              <a:t>13/05/2021</a:t>
            </a:fld>
            <a:endParaRPr lang="vi-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4D914E-6825-4475-A990-0303B744F5B1}" type="slidenum">
              <a:rPr lang="vi-VN" smtClean="0"/>
              <a:pPr/>
              <a:t>‹#›</a:t>
            </a:fld>
            <a:endParaRPr lang="vi-VN"/>
          </a:p>
        </p:txBody>
      </p:sp>
    </p:spTree>
    <p:extLst>
      <p:ext uri="{BB962C8B-B14F-4D97-AF65-F5344CB8AC3E}">
        <p14:creationId xmlns:p14="http://schemas.microsoft.com/office/powerpoint/2010/main" val="483128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86617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1438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049881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6590517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347628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862127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271493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548349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4025273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3563732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69F2D7-2394-463B-99AA-3447397976B2}" type="datetimeFigureOut">
              <a:rPr lang="vi-VN" smtClean="0"/>
              <a:pPr/>
              <a:t>13/05/2021</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035F9DCF-6D91-4825-8894-8E6DFCB090D1}" type="slidenum">
              <a:rPr lang="vi-VN" smtClean="0"/>
              <a:pPr/>
              <a:t>‹#›</a:t>
            </a:fld>
            <a:endParaRPr lang="vi-VN"/>
          </a:p>
        </p:txBody>
      </p:sp>
    </p:spTree>
    <p:extLst>
      <p:ext uri="{BB962C8B-B14F-4D97-AF65-F5344CB8AC3E}">
        <p14:creationId xmlns:p14="http://schemas.microsoft.com/office/powerpoint/2010/main" val="126675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69F2D7-2394-463B-99AA-3447397976B2}" type="datetimeFigureOut">
              <a:rPr lang="vi-VN" smtClean="0"/>
              <a:pPr/>
              <a:t>13/05/2021</a:t>
            </a:fld>
            <a:endParaRPr lang="vi-VN"/>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F9DCF-6D91-4825-8894-8E6DFCB090D1}" type="slidenum">
              <a:rPr lang="vi-VN" smtClean="0"/>
              <a:pPr/>
              <a:t>‹#›</a:t>
            </a:fld>
            <a:endParaRPr lang="vi-VN"/>
          </a:p>
        </p:txBody>
      </p:sp>
    </p:spTree>
    <p:extLst>
      <p:ext uri="{BB962C8B-B14F-4D97-AF65-F5344CB8AC3E}">
        <p14:creationId xmlns:p14="http://schemas.microsoft.com/office/powerpoint/2010/main" val="3468737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Lạy Thiên Chúa Ba Ngôi toàn năng, chúng con đang họp nhau cầu nguyện, tha thiết nài xin cho cơn dịch bệnh mau chấm dứt. Lạy Chúa Cha giàu lòng thương xót, xin nhìn đến nỗi thống khổ của đoàn con trên khắp thế giới, </a:t>
            </a:r>
          </a:p>
        </p:txBody>
      </p:sp>
    </p:spTree>
    <p:extLst>
      <p:ext uri="{BB962C8B-B14F-4D97-AF65-F5344CB8AC3E}">
        <p14:creationId xmlns:p14="http://schemas.microsoft.com/office/powerpoint/2010/main" val="404768338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đặc biệt tại những nơi dịch bệnh đang hoành hành. Xin củng cố đức tin của chúng con, cho chúng con hoàn toàn tín thác vào tình yêu quan phòng của Cha. Lạy Chúa Giêsu là Đấng cứu độ duy nhất, </a:t>
            </a:r>
          </a:p>
        </p:txBody>
      </p:sp>
    </p:spTree>
    <p:extLst>
      <p:ext uri="{BB962C8B-B14F-4D97-AF65-F5344CB8AC3E}">
        <p14:creationId xmlns:p14="http://schemas.microsoft.com/office/powerpoint/2010/main" val="364012944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là vị lương y đầy quyền năng và lòng thương xót, xin thương cho các bệnh nhân sớm được chữa lành, và an ủi các gia đình đang gặp khó khăn thử thách. Xin cho lời chúng con khiêm tốn cầu nguyện, </a:t>
            </a:r>
          </a:p>
        </p:txBody>
      </p:sp>
    </p:spTree>
    <p:extLst>
      <p:ext uri="{BB962C8B-B14F-4D97-AF65-F5344CB8AC3E}">
        <p14:creationId xmlns:p14="http://schemas.microsoft.com/office/powerpoint/2010/main" val="162550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được chạm tới trái tim nhân lành của Chúa, xin giảm bớt gánh nặng khổ đau, và cho chúng con cảm nhận được bàn tay Chúa đang ân cần nâng đỡ chúng con. Lạy Chúa Thánh Thần là nguồn sức mạnh tình yêu, </a:t>
            </a:r>
          </a:p>
        </p:txBody>
      </p:sp>
    </p:spTree>
    <p:extLst>
      <p:ext uri="{BB962C8B-B14F-4D97-AF65-F5344CB8AC3E}">
        <p14:creationId xmlns:p14="http://schemas.microsoft.com/office/powerpoint/2010/main" val="142463213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xin soi sáng các vị hữu trách và những người có khả năng, giúp họ sớm tìm ra phương thuốc chữa trị dịch bệnh, xin ban cho các bác sĩ và nhân viên y tế, sức mạnh của tình thương và lòng nhiệt thành quảng đại, </a:t>
            </a:r>
          </a:p>
        </p:txBody>
      </p:sp>
    </p:spTree>
    <p:extLst>
      <p:ext uri="{BB962C8B-B14F-4D97-AF65-F5344CB8AC3E}">
        <p14:creationId xmlns:p14="http://schemas.microsoft.com/office/powerpoint/2010/main" val="411828450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9009"/>
            <a:ext cx="9144000" cy="533400"/>
          </a:xfrm>
        </p:spPr>
        <p:txBody>
          <a:bodyPr>
            <a:normAutofit/>
          </a:bodyPr>
          <a:lstStyle/>
          <a:p>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KINH CẦU CHO ĐẠI DỊCH</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574548"/>
            <a:ext cx="9144000" cy="6177534"/>
          </a:xfrm>
        </p:spPr>
        <p:txBody>
          <a:bodyPr>
            <a:noAutofit/>
          </a:bodyPr>
          <a:lstStyle/>
          <a:p>
            <a:pPr algn="just"/>
            <a:r>
              <a:rPr lang="vi-VN" sz="5400" b="1" dirty="0">
                <a:latin typeface="Times New Roman" panose="02020603050405020304" pitchFamily="18" charset="0"/>
                <a:cs typeface="Times New Roman" panose="02020603050405020304" pitchFamily="18" charset="0"/>
              </a:rPr>
              <a:t>luôn tận tâm tận lực phục vụ các bệnh nhân. Chúng con xin trao vào đôi tay từ mẫu của Mẹ Maria, những lời khẩn nguyện trong cơn đại nạn, nhờ lời Đức Mẹ chuyển cầu, xin Chúa nhận lời chúng con. Amen</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581424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06D17-6BBA-4289-872B-3483843B68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1693604-3977-4881-B828-703F88560D6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50032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 MÂN CÔI 459</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85875"/>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tràng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thơm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thắm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Nữ</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hiển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vinh</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56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 MÂN CÔI 459</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85875"/>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3. Khi </a:t>
            </a:r>
            <a:r>
              <a:rPr lang="en-US" sz="5400" b="1" dirty="0" err="1">
                <a:latin typeface="Times New Roman" panose="02020603050405020304" pitchFamily="18" charset="0"/>
                <a:cs typeface="Times New Roman" panose="02020603050405020304" pitchFamily="18" charset="0"/>
              </a:rPr>
              <a:t>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hoan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cõi</a:t>
            </a:r>
            <a:r>
              <a:rPr lang="en-US" sz="5400" b="1" dirty="0">
                <a:latin typeface="Times New Roman" panose="02020603050405020304" pitchFamily="18" charset="0"/>
                <a:cs typeface="Times New Roman" panose="02020603050405020304" pitchFamily="18" charset="0"/>
              </a:rPr>
              <a:t> long </a:t>
            </a:r>
            <a:r>
              <a:rPr lang="en-US" sz="5400" b="1" dirty="0" err="1">
                <a:latin typeface="Times New Roman" panose="02020603050405020304" pitchFamily="18" charset="0"/>
                <a:cs typeface="Times New Roman" panose="02020603050405020304" pitchFamily="18" charset="0"/>
              </a:rPr>
              <a:t>như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ngày</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phục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nhận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Thần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như</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kết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để</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Mẹ</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031253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Kết</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HOA MÂN CÔI 459</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85875"/>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Một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tràng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thơm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thắm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tình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sốt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về</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Nữ</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hiển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vinh</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63103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674702"/>
            <a:ext cx="9144000" cy="7164280"/>
          </a:xfrm>
        </p:spPr>
        <p:txBody>
          <a:bodyPr>
            <a:noAutofit/>
          </a:bodyPr>
          <a:lstStyle/>
          <a:p>
            <a:r>
              <a:rPr lang="en-US" sz="6600" b="1" dirty="0" err="1">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Đáp</a:t>
            </a:r>
            <a:r>
              <a:rPr lang="en-US" sz="6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Ca</a:t>
            </a:r>
          </a:p>
          <a:p>
            <a:pPr algn="just"/>
            <a:r>
              <a:rPr lang="en-US" sz="5400" b="1" dirty="0">
                <a:latin typeface="Times New Roman" panose="02020603050405020304" pitchFamily="18" charset="0"/>
                <a:cs typeface="Times New Roman" panose="02020603050405020304" pitchFamily="18" charset="0"/>
              </a:rPr>
              <a:t>Linh </a:t>
            </a:r>
            <a:r>
              <a:rPr lang="en-US" sz="5400" b="1" dirty="0" err="1">
                <a:latin typeface="Times New Roman" panose="02020603050405020304" pitchFamily="18" charset="0"/>
                <a:cs typeface="Times New Roman" panose="02020603050405020304" pitchFamily="18" charset="0"/>
              </a:rPr>
              <a:t>hồn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hớn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hở</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vui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Vì</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Đấng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cứu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độ</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tôi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462700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461961"/>
            <a:ext cx="9144000" cy="5934077"/>
          </a:xfrm>
        </p:spPr>
        <p:txBody>
          <a:bodyPr>
            <a:noAutofit/>
          </a:bodyPr>
          <a:lstStyle/>
          <a:p>
            <a:r>
              <a:rPr lang="en-US" sz="5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Alleluia</a:t>
            </a:r>
          </a:p>
          <a:p>
            <a:pPr algn="just"/>
            <a:r>
              <a:rPr lang="en-US" sz="5400" b="1" dirty="0">
                <a:latin typeface="Times New Roman" panose="02020603050405020304" pitchFamily="18" charset="0"/>
                <a:cs typeface="Times New Roman" panose="02020603050405020304" pitchFamily="18" charset="0"/>
              </a:rPr>
              <a:t>All…All… </a:t>
            </a:r>
            <a:r>
              <a:rPr lang="en-US" sz="5400" b="1" dirty="0" err="1">
                <a:latin typeface="Times New Roman" panose="02020603050405020304" pitchFamily="18" charset="0"/>
                <a:cs typeface="Times New Roman" panose="02020603050405020304" pitchFamily="18" charset="0"/>
              </a:rPr>
              <a:t>Kính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chào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nữ</a:t>
            </a:r>
            <a:r>
              <a:rPr lang="en-US" sz="5400" b="1" dirty="0">
                <a:latin typeface="Times New Roman" panose="02020603050405020304" pitchFamily="18" charset="0"/>
                <a:cs typeface="Times New Roman" panose="02020603050405020304" pitchFamily="18" charset="0"/>
              </a:rPr>
              <a:t> Maria, </a:t>
            </a:r>
            <a:r>
              <a:rPr lang="en-US" sz="5400" b="1" dirty="0" err="1">
                <a:latin typeface="Times New Roman" panose="02020603050405020304" pitchFamily="18" charset="0"/>
                <a:cs typeface="Times New Roman" panose="02020603050405020304" pitchFamily="18" charset="0"/>
              </a:rPr>
              <a:t>Thiên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ở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được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đầy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phúc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hơn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các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người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nữ</a:t>
            </a:r>
            <a:r>
              <a:rPr lang="en-US" sz="5400" b="1" dirty="0">
                <a:latin typeface="Times New Roman" panose="02020603050405020304" pitchFamily="18" charset="0"/>
                <a:cs typeface="Times New Roman" panose="02020603050405020304" pitchFamily="18" charset="0"/>
              </a:rPr>
              <a:t>. All…</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400772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NÀY TỪNG GIỌT RƯỢU 91</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14400"/>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Này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giọt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rượu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tấm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hiền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trầm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thơm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hòa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nhận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trọn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cuộc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444900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NÀY TỪNG GIỌT RƯỢU 91</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152525"/>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1. </a:t>
            </a:r>
            <a:r>
              <a:rPr lang="en-US" sz="5400" b="1" dirty="0" err="1">
                <a:latin typeface="Times New Roman" panose="02020603050405020304" pitchFamily="18" charset="0"/>
                <a:cs typeface="Times New Roman" panose="02020603050405020304" pitchFamily="18" charset="0"/>
              </a:rPr>
              <a:t>Tiến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vẹn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tuyền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hoa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muôn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hòa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chung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lao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công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thế</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Cúi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xin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cực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nhận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mong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trở</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thành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thiêng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nuôi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đoàn</a:t>
            </a:r>
            <a:r>
              <a:rPr lang="en-US" sz="5400" b="1" dirty="0">
                <a:latin typeface="Times New Roman" panose="02020603050405020304" pitchFamily="18" charset="0"/>
                <a:cs typeface="Times New Roman" panose="02020603050405020304" pitchFamily="18" charset="0"/>
              </a:rPr>
              <a:t> con.</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681849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3769"/>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Dâng</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NÀY TỪNG GIỌT RƯỢU 91</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14400"/>
            <a:ext cx="9144000" cy="5105400"/>
          </a:xfrm>
        </p:spPr>
        <p:txBody>
          <a:bodyPr>
            <a:noAutofit/>
          </a:bodyPr>
          <a:lstStyle/>
          <a:p>
            <a:pPr algn="just"/>
            <a:r>
              <a:rPr lang="en-US" sz="5400" b="1" dirty="0">
                <a:latin typeface="Times New Roman" panose="02020603050405020304" pitchFamily="18" charset="0"/>
                <a:cs typeface="Times New Roman" panose="02020603050405020304" pitchFamily="18" charset="0"/>
              </a:rPr>
              <a:t>ĐK: </a:t>
            </a:r>
            <a:r>
              <a:rPr lang="en-US" sz="5400" b="1" dirty="0" err="1">
                <a:latin typeface="Times New Roman" panose="02020603050405020304" pitchFamily="18" charset="0"/>
                <a:cs typeface="Times New Roman" panose="02020603050405020304" pitchFamily="18" charset="0"/>
              </a:rPr>
              <a:t>Này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giọt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rượu</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và</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đây</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từng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tấm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bánh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miến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chúng</a:t>
            </a:r>
            <a:r>
              <a:rPr lang="en-US" sz="5400" b="1" dirty="0">
                <a:latin typeface="Times New Roman" panose="02020603050405020304" pitchFamily="18" charset="0"/>
                <a:cs typeface="Times New Roman" panose="02020603050405020304" pitchFamily="18" charset="0"/>
              </a:rPr>
              <a:t> con </a:t>
            </a:r>
            <a:r>
              <a:rPr lang="en-US" sz="5400" b="1" dirty="0" err="1">
                <a:latin typeface="Times New Roman" panose="02020603050405020304" pitchFamily="18" charset="0"/>
                <a:cs typeface="Times New Roman" panose="02020603050405020304" pitchFamily="18" charset="0"/>
              </a:rPr>
              <a:t>dâng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lên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nhân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hiền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Cùng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ngàn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trầm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thơm</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tho</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lời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kinh</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hòa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khúc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hát</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mới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Chúa</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thương</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nhận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với</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trọn</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cuộc</a:t>
            </a:r>
            <a:r>
              <a:rPr lang="en-US" sz="5400" b="1" dirty="0">
                <a:latin typeface="Times New Roman" panose="02020603050405020304" pitchFamily="18" charset="0"/>
                <a:cs typeface="Times New Roman" panose="02020603050405020304" pitchFamily="18" charset="0"/>
              </a:rPr>
              <a:t> </a:t>
            </a:r>
            <a:r>
              <a:rPr lang="en-US" sz="5400" b="1" dirty="0" err="1">
                <a:latin typeface="Times New Roman" panose="02020603050405020304" pitchFamily="18" charset="0"/>
                <a:cs typeface="Times New Roman" panose="02020603050405020304" pitchFamily="18" charset="0"/>
              </a:rPr>
              <a:t>đời</a:t>
            </a:r>
            <a:r>
              <a:rPr lang="en-US" sz="5400" b="1" dirty="0">
                <a:latin typeface="Times New Roman" panose="02020603050405020304" pitchFamily="18" charset="0"/>
                <a:cs typeface="Times New Roman" panose="02020603050405020304" pitchFamily="18" charset="0"/>
              </a:rPr>
              <a:t>.</a:t>
            </a:r>
            <a:endParaRPr lang="vi-VN"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2627689"/>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36128-4A05-40B8-BBED-8B4157398241}"/>
              </a:ext>
            </a:extLst>
          </p:cNvPr>
          <p:cNvSpPr>
            <a:spLocks noGrp="1"/>
          </p:cNvSpPr>
          <p:nvPr>
            <p:ph type="title"/>
          </p:nvPr>
        </p:nvSpPr>
        <p:spPr>
          <a:xfrm>
            <a:off x="-1" y="0"/>
            <a:ext cx="9143999" cy="1325563"/>
          </a:xfrm>
        </p:spPr>
        <p:txBody>
          <a:bodyPr>
            <a:normAutofit/>
          </a:bodyPr>
          <a:lstStyle/>
          <a:p>
            <a:r>
              <a:rPr lang="en-US" sz="5400" b="1" dirty="0">
                <a:solidFill>
                  <a:srgbClr val="FF0000"/>
                </a:solidFill>
                <a:latin typeface="Times New Roman" panose="02020603050405020304" pitchFamily="18" charset="0"/>
                <a:cs typeface="Times New Roman" panose="02020603050405020304" pitchFamily="18" charset="0"/>
              </a:rPr>
              <a:t>Ca </a:t>
            </a:r>
            <a:r>
              <a:rPr lang="en-US" sz="5400" b="1" dirty="0" err="1">
                <a:solidFill>
                  <a:srgbClr val="FF0000"/>
                </a:solidFill>
                <a:latin typeface="Times New Roman" panose="02020603050405020304" pitchFamily="18" charset="0"/>
                <a:cs typeface="Times New Roman" panose="02020603050405020304" pitchFamily="18" charset="0"/>
              </a:rPr>
              <a:t>hiệp</a:t>
            </a:r>
            <a:r>
              <a:rPr lang="en-US" sz="5400" b="1" dirty="0">
                <a:solidFill>
                  <a:srgbClr val="FF0000"/>
                </a:solidFill>
                <a:latin typeface="Times New Roman" panose="02020603050405020304" pitchFamily="18" charset="0"/>
                <a:cs typeface="Times New Roman" panose="02020603050405020304" pitchFamily="18" charset="0"/>
              </a:rPr>
              <a:t> </a:t>
            </a:r>
            <a:r>
              <a:rPr lang="en-US" sz="5400" b="1" dirty="0" err="1">
                <a:solidFill>
                  <a:srgbClr val="FF0000"/>
                </a:solidFill>
                <a:latin typeface="Times New Roman" panose="02020603050405020304" pitchFamily="18" charset="0"/>
                <a:cs typeface="Times New Roman" panose="02020603050405020304" pitchFamily="18" charset="0"/>
              </a:rPr>
              <a:t>lễ</a:t>
            </a:r>
            <a:endParaRPr lang="en-US" sz="5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9C51F5D-34DD-43C2-95A7-3D04A4BAD8AB}"/>
              </a:ext>
            </a:extLst>
          </p:cNvPr>
          <p:cNvSpPr>
            <a:spLocks noGrp="1"/>
          </p:cNvSpPr>
          <p:nvPr>
            <p:ph idx="1"/>
          </p:nvPr>
        </p:nvSpPr>
        <p:spPr>
          <a:xfrm>
            <a:off x="0" y="1416112"/>
            <a:ext cx="9144000" cy="4351338"/>
          </a:xfrm>
        </p:spPr>
        <p:txBody>
          <a:bodyPr>
            <a:noAutofit/>
          </a:bodyPr>
          <a:lstStyle/>
          <a:p>
            <a:pPr marL="0" indent="0" algn="just">
              <a:buNone/>
            </a:pPr>
            <a:r>
              <a:rPr lang="en-US" sz="5400" b="1"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214843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TRI ÂN TÌNH CHÚA (NL)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75822"/>
            <a:ext cx="9144000" cy="7030720"/>
          </a:xfrm>
        </p:spPr>
        <p:txBody>
          <a:bodyPr>
            <a:noAutofit/>
          </a:bodyPr>
          <a:lstStyle/>
          <a:p>
            <a:pPr algn="just"/>
            <a:r>
              <a:rPr lang="vi-VN" sz="5400" b="1" dirty="0">
                <a:latin typeface="+mj-lt"/>
              </a:rPr>
              <a:t>1. Tình Chúa như áng mây trôi, tình Chúa như gió lên khơi, tình Chúa luôn nồng say không đổi thay không phai nhạt qua ngàn năm kiên trung thành tín. </a:t>
            </a:r>
            <a:endParaRPr lang="vi-VN"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646370772"/>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TRI ÂN TÌNH CHÚA (NL)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5240" y="1295400"/>
            <a:ext cx="9144000" cy="6391564"/>
          </a:xfrm>
        </p:spPr>
        <p:txBody>
          <a:bodyPr>
            <a:noAutofit/>
          </a:bodyPr>
          <a:lstStyle/>
          <a:p>
            <a:pPr algn="just"/>
            <a:r>
              <a:rPr lang="vi-VN" sz="5400" b="1">
                <a:latin typeface="+mj-lt"/>
              </a:rPr>
              <a:t>Tình Chúa đưa dẫn con đi vượt qua muôn nỗi hiểm nguy, tình Chúa theo mọi nơi cho niềm vui cho tiếng cười cho bờ môi vang lời yêu thương.</a:t>
            </a:r>
            <a:endParaRPr lang="vi-VN"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281036824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TRI ÂN TÌNH CHÚA (NL)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95400"/>
            <a:ext cx="9144000" cy="6391564"/>
          </a:xfrm>
        </p:spPr>
        <p:txBody>
          <a:bodyPr>
            <a:noAutofit/>
          </a:bodyPr>
          <a:lstStyle/>
          <a:p>
            <a:pPr algn="just"/>
            <a:r>
              <a:rPr lang="vi-VN" sz="5400" b="1" dirty="0">
                <a:latin typeface="+mj-lt"/>
              </a:rPr>
              <a:t>ĐK. Xin tri ân Chúa qua muôn thế hệ, xin tri ân Chúa qua muôn ngàn nơi, tình Ngài bao la trời đất từng ngày yêu thương dẫn dắt chúng con đi trên đời. </a:t>
            </a:r>
            <a:endParaRPr lang="vi-VN"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2270855991"/>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TRI ÂN TÌNH CHÚA (NL)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585926"/>
            <a:ext cx="9144000" cy="5810513"/>
          </a:xfrm>
        </p:spPr>
        <p:txBody>
          <a:bodyPr>
            <a:noAutofit/>
          </a:bodyPr>
          <a:lstStyle/>
          <a:p>
            <a:pPr algn="just"/>
            <a:r>
              <a:rPr lang="vi-VN" sz="5400" b="1" dirty="0">
                <a:latin typeface="+mj-lt"/>
              </a:rPr>
              <a:t>Xin dâng ngàn tiếng ca, xin dâng lời cảm tạ nguyện một đời luôn sống đáp đền hồng ân.</a:t>
            </a:r>
            <a:endParaRPr lang="vi-VN"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729078419"/>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TRI ÂN TÌNH CHÚA (NL)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75822"/>
            <a:ext cx="9144000" cy="7030720"/>
          </a:xfrm>
        </p:spPr>
        <p:txBody>
          <a:bodyPr>
            <a:noAutofit/>
          </a:bodyPr>
          <a:lstStyle/>
          <a:p>
            <a:pPr algn="just"/>
            <a:r>
              <a:rPr lang="vi-VN" sz="5400" b="1" dirty="0">
                <a:latin typeface="+mj-lt"/>
              </a:rPr>
              <a:t>2. Tình Chúa như đóa hoa tươi, tình Chúa như nắng reo vui, tình Chúa cho mùa xuân hương nồng </a:t>
            </a:r>
            <a:r>
              <a:rPr lang="en-US" sz="5400" b="1" dirty="0">
                <a:latin typeface="Times New Roman" panose="02020603050405020304" pitchFamily="18" charset="0"/>
                <a:cs typeface="Times New Roman" panose="02020603050405020304" pitchFamily="18" charset="0"/>
              </a:rPr>
              <a:t>say</a:t>
            </a:r>
            <a:r>
              <a:rPr lang="vi-VN" sz="5400" b="1" dirty="0">
                <a:latin typeface="+mj-lt"/>
              </a:rPr>
              <a:t> lan khắp trời cho ngàn nơi lên màu rực rỡ. </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368168014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TRI ÂN TÌNH CHÚA (NL)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95400"/>
            <a:ext cx="9144000" cy="6391564"/>
          </a:xfrm>
        </p:spPr>
        <p:txBody>
          <a:bodyPr>
            <a:noAutofit/>
          </a:bodyPr>
          <a:lstStyle/>
          <a:p>
            <a:pPr algn="just"/>
            <a:r>
              <a:rPr lang="vi-VN" sz="5400" b="1" dirty="0">
                <a:latin typeface="+mj-lt"/>
              </a:rPr>
              <a:t>Tình Chúa soi lối con tim tìm đến dâng hiến cho nhau, tình Chúa luôn triền miên bao dịu êm ươm ngọt ngào cho đời con sáng niềm tin yêu.</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181843749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TRI ÂN TÌNH CHÚA (NL)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95400"/>
            <a:ext cx="9144000" cy="6391564"/>
          </a:xfrm>
        </p:spPr>
        <p:txBody>
          <a:bodyPr>
            <a:noAutofit/>
          </a:bodyPr>
          <a:lstStyle/>
          <a:p>
            <a:pPr algn="just"/>
            <a:r>
              <a:rPr lang="vi-VN" sz="5400" b="1" dirty="0">
                <a:latin typeface="+mj-lt"/>
              </a:rPr>
              <a:t>ĐK. Xin tri ân Chúa qua muôn thế hệ, xin tri ân Chúa qua muôn ngàn nơi, tình Ngài bao la trời đất từng ngày yêu thương dẫn dắt chúng con đi trên đời. </a:t>
            </a:r>
            <a:endParaRPr lang="vi-VN"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75516129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TRI ÂN TÌNH CHÚA (NL)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585926"/>
            <a:ext cx="9144000" cy="5810513"/>
          </a:xfrm>
        </p:spPr>
        <p:txBody>
          <a:bodyPr>
            <a:noAutofit/>
          </a:bodyPr>
          <a:lstStyle/>
          <a:p>
            <a:pPr algn="just"/>
            <a:r>
              <a:rPr lang="vi-VN" sz="5400" b="1" dirty="0">
                <a:latin typeface="+mj-lt"/>
              </a:rPr>
              <a:t>Xin dâng ngàn tiếng ca, xin dâng lời cảm tạ nguyện một đời luôn sống đáp đền hồng ân.</a:t>
            </a:r>
            <a:endParaRPr lang="vi-VN"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728347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TRI ÂN TÌNH CHÚA (NL)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975822"/>
            <a:ext cx="9144000" cy="7030720"/>
          </a:xfrm>
        </p:spPr>
        <p:txBody>
          <a:bodyPr>
            <a:noAutofit/>
          </a:bodyPr>
          <a:lstStyle/>
          <a:p>
            <a:pPr algn="just"/>
            <a:r>
              <a:rPr lang="vi-VN" sz="5400" b="1" dirty="0">
                <a:latin typeface="+mj-lt"/>
              </a:rPr>
              <a:t>3. Tình Chúa như sóng dâng cao, tình Chúa như lúa xôn xao, tình Chúa như vì sao trên trời cao chiếu rạng ngời đưa người đi trong đêm trời tối. </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1757552217"/>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TRI ÂN TÌNH CHÚA (NL)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95400"/>
            <a:ext cx="9144000" cy="6391564"/>
          </a:xfrm>
        </p:spPr>
        <p:txBody>
          <a:bodyPr>
            <a:noAutofit/>
          </a:bodyPr>
          <a:lstStyle/>
          <a:p>
            <a:pPr algn="just"/>
            <a:r>
              <a:rPr lang="vi-VN" sz="5400" b="1" dirty="0">
                <a:latin typeface="+mj-lt"/>
              </a:rPr>
              <a:t>Tình Chúa </a:t>
            </a:r>
            <a:r>
              <a:rPr lang="en-US" sz="5400" b="1" dirty="0" err="1">
                <a:latin typeface="Times New Roman" panose="02020603050405020304" pitchFamily="18" charset="0"/>
                <a:cs typeface="Times New Roman" panose="02020603050405020304" pitchFamily="18" charset="0"/>
              </a:rPr>
              <a:t>như</a:t>
            </a:r>
            <a:r>
              <a:rPr lang="vi-VN" sz="5400" b="1" dirty="0">
                <a:latin typeface="+mj-lt"/>
              </a:rPr>
              <a:t> khúc ca dao vọng ngân ru giấc con thơ, tình Chúa bên đời con gieo lời ca đem an hòa </a:t>
            </a:r>
            <a:r>
              <a:rPr lang="en-US" sz="5400" b="1" dirty="0" err="1">
                <a:latin typeface="Times New Roman" panose="02020603050405020304" pitchFamily="18" charset="0"/>
                <a:cs typeface="Times New Roman" panose="02020603050405020304" pitchFamily="18" charset="0"/>
              </a:rPr>
              <a:t>xóa</a:t>
            </a:r>
            <a:r>
              <a:rPr lang="vi-VN" sz="5400" b="1" dirty="0">
                <a:latin typeface="+mj-lt"/>
              </a:rPr>
              <a:t> khổ đau cho đời mai sau.</a:t>
            </a:r>
            <a:endParaRPr lang="vi-VN" sz="5400" b="1" dirty="0">
              <a:latin typeface="+mj-lt"/>
              <a:cs typeface="Times New Roman" panose="02020603050405020304" pitchFamily="18" charset="0"/>
            </a:endParaRPr>
          </a:p>
        </p:txBody>
      </p:sp>
    </p:spTree>
    <p:extLst>
      <p:ext uri="{BB962C8B-B14F-4D97-AF65-F5344CB8AC3E}">
        <p14:creationId xmlns:p14="http://schemas.microsoft.com/office/powerpoint/2010/main" val="3471250383"/>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TRI ÂN TÌNH CHÚA (NL)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295400"/>
            <a:ext cx="9144000" cy="6391564"/>
          </a:xfrm>
        </p:spPr>
        <p:txBody>
          <a:bodyPr>
            <a:noAutofit/>
          </a:bodyPr>
          <a:lstStyle/>
          <a:p>
            <a:pPr algn="just"/>
            <a:r>
              <a:rPr lang="vi-VN" sz="5400" b="1" dirty="0">
                <a:latin typeface="+mj-lt"/>
              </a:rPr>
              <a:t>ĐK. Xin tri ân Chúa qua muôn thế hệ, xin tri ân Chúa qua muôn ngàn nơi, tình Ngài bao la trời đất từng ngày yêu thương dẫn dắt chúng con đi trên đời. </a:t>
            </a:r>
            <a:endParaRPr lang="vi-VN"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370412520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anose="02020603050405020304" pitchFamily="18" charset="0"/>
                <a:cs typeface="Times New Roman" panose="02020603050405020304" pitchFamily="18" charset="0"/>
              </a:rPr>
              <a:t>Hiệp</a:t>
            </a:r>
            <a:r>
              <a:rPr lang="en-US" sz="1800" dirty="0">
                <a:solidFill>
                  <a:srgbClr val="FF0000"/>
                </a:solidFill>
                <a:latin typeface="Times New Roman" panose="02020603050405020304" pitchFamily="18" charset="0"/>
                <a:cs typeface="Times New Roman" panose="02020603050405020304" pitchFamily="18" charset="0"/>
              </a:rPr>
              <a:t> </a:t>
            </a:r>
            <a:r>
              <a:rPr lang="en-US" sz="1800" dirty="0" err="1">
                <a:solidFill>
                  <a:srgbClr val="FF0000"/>
                </a:solidFill>
                <a:latin typeface="Times New Roman" panose="02020603050405020304" pitchFamily="18" charset="0"/>
                <a:cs typeface="Times New Roman" panose="02020603050405020304" pitchFamily="18" charset="0"/>
              </a:rPr>
              <a:t>Lễ</a:t>
            </a:r>
            <a:r>
              <a:rPr lang="en-US" sz="1800" dirty="0">
                <a:solidFill>
                  <a:srgbClr val="FF0000"/>
                </a:solidFill>
                <a:latin typeface="Times New Roman" panose="02020603050405020304" pitchFamily="18" charset="0"/>
                <a:cs typeface="Times New Roman" panose="02020603050405020304" pitchFamily="18" charset="0"/>
              </a:rPr>
              <a:t>                                   </a:t>
            </a:r>
            <a:r>
              <a:rPr lang="en-US" sz="2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TRI ÂN TÌNH CHÚA (NL)</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0" y="1585926"/>
            <a:ext cx="9144000" cy="5810513"/>
          </a:xfrm>
        </p:spPr>
        <p:txBody>
          <a:bodyPr>
            <a:noAutofit/>
          </a:bodyPr>
          <a:lstStyle/>
          <a:p>
            <a:pPr algn="just"/>
            <a:r>
              <a:rPr lang="vi-VN" sz="5400" b="1" dirty="0">
                <a:latin typeface="+mj-lt"/>
              </a:rPr>
              <a:t>Xin dâng ngàn tiếng ca, xin dâng lời cảm tạ nguyện một đời luôn sống đáp đền hồng ân.</a:t>
            </a:r>
            <a:endParaRPr lang="vi-VN" sz="5400" b="1" dirty="0">
              <a:solidFill>
                <a:schemeClr val="tx1"/>
              </a:solidFill>
              <a:latin typeface="+mj-lt"/>
              <a:cs typeface="Times New Roman" panose="02020603050405020304" pitchFamily="18" charset="0"/>
            </a:endParaRPr>
          </a:p>
        </p:txBody>
      </p:sp>
    </p:spTree>
    <p:extLst>
      <p:ext uri="{BB962C8B-B14F-4D97-AF65-F5344CB8AC3E}">
        <p14:creationId xmlns:p14="http://schemas.microsoft.com/office/powerpoint/2010/main" val="3602786440"/>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E71E43-1CDD-47EC-97D7-DEB10F60A05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450A0F6-B986-4D95-B322-A7D4C1D8B1D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7552093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XIN VÂNG NHƯ MẸ (462)</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063" y="1304925"/>
            <a:ext cx="9144000" cy="5105400"/>
          </a:xfrm>
        </p:spPr>
        <p:txBody>
          <a:bodyPr>
            <a:noAutofit/>
          </a:bodyPr>
          <a:lstStyle/>
          <a:p>
            <a:pPr algn="just"/>
            <a:r>
              <a:rPr lang="en-US" sz="5400" b="1" dirty="0">
                <a:solidFill>
                  <a:schemeClr val="tx1"/>
                </a:solidFill>
                <a:latin typeface="Times New Roman" pitchFamily="18" charset="0"/>
                <a:cs typeface="Times New Roman" pitchFamily="18" charset="0"/>
              </a:rPr>
              <a:t>1. Xin </a:t>
            </a:r>
            <a:r>
              <a:rPr lang="en-US" sz="5400" b="1" dirty="0" err="1">
                <a:solidFill>
                  <a:schemeClr val="tx1"/>
                </a:solidFill>
                <a:latin typeface="Times New Roman" pitchFamily="18" charset="0"/>
                <a:cs typeface="Times New Roman" pitchFamily="18" charset="0"/>
              </a:rPr>
              <a:t>vâng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như</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một</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lần</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đau</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thương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không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hề</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vương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vấn</a:t>
            </a:r>
            <a:r>
              <a:rPr lang="en-US" sz="5400" b="1" dirty="0">
                <a:solidFill>
                  <a:schemeClr val="tx1"/>
                </a:solidFill>
                <a:latin typeface="Times New Roman" pitchFamily="18" charset="0"/>
                <a:cs typeface="Times New Roman" pitchFamily="18" charset="0"/>
              </a:rPr>
              <a:t>. Xin </a:t>
            </a:r>
            <a:r>
              <a:rPr lang="en-US" sz="5400" b="1" dirty="0" err="1">
                <a:solidFill>
                  <a:schemeClr val="tx1"/>
                </a:solidFill>
                <a:latin typeface="Times New Roman" pitchFamily="18" charset="0"/>
                <a:cs typeface="Times New Roman" pitchFamily="18" charset="0"/>
              </a:rPr>
              <a:t>vâng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như</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khi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xưa</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dù</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đường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đời</a:t>
            </a:r>
            <a:r>
              <a:rPr lang="en-US" sz="5400" b="1" dirty="0">
                <a:solidFill>
                  <a:schemeClr val="tx1"/>
                </a:solidFill>
                <a:latin typeface="Times New Roman" pitchFamily="18" charset="0"/>
                <a:cs typeface="Times New Roman" pitchFamily="18" charset="0"/>
              </a:rPr>
              <a:t> dong </a:t>
            </a:r>
            <a:r>
              <a:rPr lang="en-US" sz="5400" b="1" dirty="0" err="1">
                <a:solidFill>
                  <a:schemeClr val="tx1"/>
                </a:solidFill>
                <a:latin typeface="Times New Roman" pitchFamily="18" charset="0"/>
                <a:cs typeface="Times New Roman" pitchFamily="18" charset="0"/>
              </a:rPr>
              <a:t>duổi</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nắng</a:t>
            </a:r>
            <a:r>
              <a:rPr lang="en-US" sz="5400" b="1" dirty="0">
                <a:solidFill>
                  <a:schemeClr val="tx1"/>
                </a:solidFill>
                <a:latin typeface="Times New Roman" pitchFamily="18" charset="0"/>
                <a:cs typeface="Times New Roman" pitchFamily="18" charset="0"/>
              </a:rPr>
              <a:t> </a:t>
            </a:r>
            <a:r>
              <a:rPr lang="en-US" sz="5400" b="1" dirty="0" err="1">
                <a:solidFill>
                  <a:schemeClr val="tx1"/>
                </a:solidFill>
                <a:latin typeface="Times New Roman" pitchFamily="18" charset="0"/>
                <a:cs typeface="Times New Roman" pitchFamily="18" charset="0"/>
              </a:rPr>
              <a:t>mưa</a:t>
            </a:r>
            <a:r>
              <a:rPr lang="en-US" sz="5400" b="1" dirty="0">
                <a:solidFill>
                  <a:schemeClr val="tx1"/>
                </a:solidFill>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393673997"/>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648"/>
            <a:ext cx="9144000" cy="533400"/>
          </a:xfrm>
        </p:spPr>
        <p:txBody>
          <a:bodyPr>
            <a:normAutofit/>
          </a:bodyPr>
          <a:lstStyle/>
          <a:p>
            <a:pPr algn="l"/>
            <a:r>
              <a:rPr lang="en-US" sz="1800" dirty="0" err="1">
                <a:solidFill>
                  <a:srgbClr val="FF0000"/>
                </a:solidFill>
                <a:latin typeface="Times New Roman" pitchFamily="18" charset="0"/>
                <a:cs typeface="Times New Roman" pitchFamily="18" charset="0"/>
              </a:rPr>
              <a:t>Kết</a:t>
            </a:r>
            <a:r>
              <a:rPr lang="en-US" sz="1800" dirty="0">
                <a:solidFill>
                  <a:srgbClr val="FF0000"/>
                </a:solidFill>
                <a:latin typeface="Times New Roman" pitchFamily="18" charset="0"/>
                <a:cs typeface="Times New Roman" pitchFamily="18" charset="0"/>
              </a:rPr>
              <a:t> </a:t>
            </a:r>
            <a:r>
              <a:rPr lang="en-US" sz="1800" dirty="0" err="1">
                <a:solidFill>
                  <a:srgbClr val="FF0000"/>
                </a:solidFill>
                <a:latin typeface="Times New Roman" pitchFamily="18" charset="0"/>
                <a:cs typeface="Times New Roman" pitchFamily="18" charset="0"/>
              </a:rPr>
              <a:t>lễ</a:t>
            </a:r>
            <a:r>
              <a:rPr lang="en-US" sz="1800" dirty="0">
                <a:solidFill>
                  <a:srgbClr val="FF0000"/>
                </a:solidFill>
                <a:latin typeface="Times New Roman" pitchFamily="18" charset="0"/>
                <a:cs typeface="Times New Roman" pitchFamily="18" charset="0"/>
              </a:rPr>
              <a:t>                                     </a:t>
            </a:r>
            <a:r>
              <a:rPr lang="en-US" sz="2400" b="1"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XIN VÂNG NHƯ MẸ (462)</a:t>
            </a:r>
            <a:endParaRPr lang="en-US" sz="2400" b="1" dirty="0">
              <a:solidFill>
                <a:srgbClr val="FF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3063" y="1304925"/>
            <a:ext cx="9144000" cy="5105400"/>
          </a:xfrm>
        </p:spPr>
        <p:txBody>
          <a:bodyPr>
            <a:noAutofit/>
          </a:bodyPr>
          <a:lstStyle/>
          <a:p>
            <a:pPr algn="just"/>
            <a:r>
              <a:rPr lang="en-US" sz="5400" b="1" dirty="0">
                <a:latin typeface="Times New Roman" pitchFamily="18" charset="0"/>
                <a:cs typeface="Times New Roman" pitchFamily="18" charset="0"/>
              </a:rPr>
              <a:t>ĐK: Xin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tình</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yêu</a:t>
            </a:r>
            <a:r>
              <a:rPr lang="en-US" sz="5400" b="1" dirty="0">
                <a:latin typeface="Times New Roman" pitchFamily="18" charset="0"/>
                <a:cs typeface="Times New Roman" pitchFamily="18" charset="0"/>
              </a:rPr>
              <a:t>. Xin </a:t>
            </a:r>
            <a:r>
              <a:rPr lang="en-US" sz="5400" b="1" dirty="0" err="1">
                <a:latin typeface="Times New Roman" pitchFamily="18" charset="0"/>
                <a:cs typeface="Times New Roman" pitchFamily="18" charset="0"/>
              </a:rPr>
              <a:t>vâng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trọn</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chữ</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hiếu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Dẫu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cho</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đường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đời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đau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thương</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nhiều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Với</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Mẹ</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yêu</a:t>
            </a:r>
            <a:r>
              <a:rPr lang="en-US" sz="5400" b="1" dirty="0">
                <a:latin typeface="Times New Roman" pitchFamily="18" charset="0"/>
                <a:cs typeface="Times New Roman" pitchFamily="18" charset="0"/>
              </a:rPr>
              <a:t> con </a:t>
            </a:r>
            <a:r>
              <a:rPr lang="en-US" sz="5400" b="1" dirty="0" err="1">
                <a:latin typeface="Times New Roman" pitchFamily="18" charset="0"/>
                <a:cs typeface="Times New Roman" pitchFamily="18" charset="0"/>
              </a:rPr>
              <a:t>đâu</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sợ</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cô</a:t>
            </a:r>
            <a:r>
              <a:rPr lang="en-US" sz="5400" b="1" dirty="0">
                <a:latin typeface="Times New Roman" pitchFamily="18" charset="0"/>
                <a:cs typeface="Times New Roman" pitchFamily="18" charset="0"/>
              </a:rPr>
              <a:t> </a:t>
            </a:r>
            <a:r>
              <a:rPr lang="en-US" sz="5400" b="1" dirty="0" err="1">
                <a:latin typeface="Times New Roman" pitchFamily="18" charset="0"/>
                <a:cs typeface="Times New Roman" pitchFamily="18" charset="0"/>
              </a:rPr>
              <a:t>liêu</a:t>
            </a:r>
            <a:r>
              <a:rPr lang="en-US" sz="5400" b="1" dirty="0">
                <a:latin typeface="Times New Roman" pitchFamily="18" charset="0"/>
                <a:cs typeface="Times New Roman" pitchFamily="18" charset="0"/>
              </a:rPr>
              <a:t>.</a:t>
            </a:r>
            <a:endParaRPr lang="vi-VN" sz="5400"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2934834533"/>
      </p:ext>
    </p:extLst>
  </p:cSld>
  <p:clrMapOvr>
    <a:masterClrMapping/>
  </p:clrMapOvr>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6177</TotalTime>
  <Words>1194</Words>
  <Application>Microsoft Office PowerPoint</Application>
  <PresentationFormat>On-screen Show (4:3)</PresentationFormat>
  <Paragraphs>58</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Calibri Light</vt:lpstr>
      <vt:lpstr>Times New Roman</vt:lpstr>
      <vt:lpstr>Office Theme</vt:lpstr>
      <vt:lpstr>KINH CẦU CHO ĐẠI DỊCH</vt:lpstr>
      <vt:lpstr>KINH CẦU CHO ĐẠI DỊCH</vt:lpstr>
      <vt:lpstr>KINH CẦU CHO ĐẠI DỊCH</vt:lpstr>
      <vt:lpstr>KINH CẦU CHO ĐẠI DỊCH</vt:lpstr>
      <vt:lpstr>KINH CẦU CHO ĐẠI DỊCH</vt:lpstr>
      <vt:lpstr>KINH CẦU CHO ĐẠI DỊCH</vt:lpstr>
      <vt:lpstr>PowerPoint Presentation</vt:lpstr>
      <vt:lpstr>Kết lễ                                                 HOA MÂN CÔI 459</vt:lpstr>
      <vt:lpstr>Kết lễ                                                 HOA MÂN CÔI 459</vt:lpstr>
      <vt:lpstr>Kết lễ                                                 HOA MÂN CÔI 459</vt:lpstr>
      <vt:lpstr>PowerPoint Presentation</vt:lpstr>
      <vt:lpstr>PowerPoint Presentation</vt:lpstr>
      <vt:lpstr>Dâng Lễ                                    NÀY TỪNG GIỌT RƯỢU 91</vt:lpstr>
      <vt:lpstr>Dâng Lễ                                    NÀY TỪNG GIỌT RƯỢU 91</vt:lpstr>
      <vt:lpstr>Dâng Lễ                                    NÀY TỪNG GIỌT RƯỢU 91</vt:lpstr>
      <vt:lpstr>Ca hiệp lễ</vt:lpstr>
      <vt:lpstr>Hiệp Lễ                                   TRI ÂN TÌNH CHÚA (NL)</vt:lpstr>
      <vt:lpstr>Hiệp Lễ                                   TRI ÂN TÌNH CHÚA (NL)</vt:lpstr>
      <vt:lpstr>Hiệp Lễ                                   TRI ÂN TÌNH CHÚA (NL)</vt:lpstr>
      <vt:lpstr>Hiệp Lễ                                   TRI ÂN TÌNH CHÚA (NL)</vt:lpstr>
      <vt:lpstr>Hiệp Lễ                                   TRI ÂN TÌNH CHÚA (NL)</vt:lpstr>
      <vt:lpstr>Hiệp Lễ                                   TRI ÂN TÌNH CHÚA (NL)</vt:lpstr>
      <vt:lpstr>Hiệp Lễ                                   TRI ÂN TÌNH CHÚA (NL)</vt:lpstr>
      <vt:lpstr>Hiệp Lễ                                   TRI ÂN TÌNH CHÚA (NL)</vt:lpstr>
      <vt:lpstr>Hiệp Lễ                                   TRI ÂN TÌNH CHÚA (NL)</vt:lpstr>
      <vt:lpstr>Hiệp Lễ                                   TRI ÂN TÌNH CHÚA (NL)</vt:lpstr>
      <vt:lpstr>Hiệp Lễ                                   TRI ÂN TÌNH CHÚA (NL)</vt:lpstr>
      <vt:lpstr>Hiệp Lễ                                   TRI ÂN TÌNH CHÚA (NL)</vt:lpstr>
      <vt:lpstr>PowerPoint Presentation</vt:lpstr>
      <vt:lpstr>Kết lễ                                     XIN VÂNG NHƯ MẸ (462)</vt:lpstr>
      <vt:lpstr>Kết lễ                                     XIN VÂNG NHƯ MẸ (462)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Nhập Lễ                                    BÀI CA NGÀN TRÙNG 499</dc:title>
  <dc:creator>Anh Tran</dc:creator>
  <cp:lastModifiedBy>Anh</cp:lastModifiedBy>
  <cp:revision>1560</cp:revision>
  <dcterms:created xsi:type="dcterms:W3CDTF">2018-09-17T12:52:44Z</dcterms:created>
  <dcterms:modified xsi:type="dcterms:W3CDTF">2021-05-12T17:37:15Z</dcterms:modified>
</cp:coreProperties>
</file>