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4810" r:id="rId2"/>
    <p:sldId id="4811" r:id="rId3"/>
    <p:sldId id="4812" r:id="rId4"/>
    <p:sldId id="4813" r:id="rId5"/>
    <p:sldId id="4814" r:id="rId6"/>
    <p:sldId id="4815" r:id="rId7"/>
    <p:sldId id="5163" r:id="rId8"/>
    <p:sldId id="4442" r:id="rId9"/>
    <p:sldId id="4450" r:id="rId10"/>
    <p:sldId id="5428" r:id="rId11"/>
    <p:sldId id="4569" r:id="rId12"/>
    <p:sldId id="5429" r:id="rId13"/>
    <p:sldId id="2426" r:id="rId14"/>
    <p:sldId id="5017" r:id="rId15"/>
    <p:sldId id="3641" r:id="rId16"/>
    <p:sldId id="3642" r:id="rId17"/>
    <p:sldId id="5412" r:id="rId18"/>
    <p:sldId id="2831" r:id="rId19"/>
    <p:sldId id="2832" r:id="rId20"/>
    <p:sldId id="2833" r:id="rId21"/>
    <p:sldId id="2834" r:id="rId22"/>
    <p:sldId id="2835" r:id="rId23"/>
    <p:sldId id="5413" r:id="rId24"/>
    <p:sldId id="5414" r:id="rId25"/>
    <p:sldId id="5427" r:id="rId26"/>
    <p:sldId id="3638" r:id="rId27"/>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varScale="1">
        <p:scale>
          <a:sx n="86" d="100"/>
          <a:sy n="86" d="100"/>
        </p:scale>
        <p:origin x="1618" y="48"/>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26/04/2021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18</a:t>
            </a:fld>
            <a:endParaRPr lang="en-US"/>
          </a:p>
        </p:txBody>
      </p:sp>
    </p:spTree>
    <p:extLst>
      <p:ext uri="{BB962C8B-B14F-4D97-AF65-F5344CB8AC3E}">
        <p14:creationId xmlns:p14="http://schemas.microsoft.com/office/powerpoint/2010/main" val="1234655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19</a:t>
            </a:fld>
            <a:endParaRPr lang="en-US"/>
          </a:p>
        </p:txBody>
      </p:sp>
    </p:spTree>
    <p:extLst>
      <p:ext uri="{BB962C8B-B14F-4D97-AF65-F5344CB8AC3E}">
        <p14:creationId xmlns:p14="http://schemas.microsoft.com/office/powerpoint/2010/main" val="2297821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20</a:t>
            </a:fld>
            <a:endParaRPr lang="en-US"/>
          </a:p>
        </p:txBody>
      </p:sp>
    </p:spTree>
    <p:extLst>
      <p:ext uri="{BB962C8B-B14F-4D97-AF65-F5344CB8AC3E}">
        <p14:creationId xmlns:p14="http://schemas.microsoft.com/office/powerpoint/2010/main" val="1259579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21</a:t>
            </a:fld>
            <a:endParaRPr lang="en-US"/>
          </a:p>
        </p:txBody>
      </p:sp>
    </p:spTree>
    <p:extLst>
      <p:ext uri="{BB962C8B-B14F-4D97-AF65-F5344CB8AC3E}">
        <p14:creationId xmlns:p14="http://schemas.microsoft.com/office/powerpoint/2010/main" val="50347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22</a:t>
            </a:fld>
            <a:endParaRPr lang="en-US"/>
          </a:p>
        </p:txBody>
      </p:sp>
    </p:spTree>
    <p:extLst>
      <p:ext uri="{BB962C8B-B14F-4D97-AF65-F5344CB8AC3E}">
        <p14:creationId xmlns:p14="http://schemas.microsoft.com/office/powerpoint/2010/main" val="2460877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FE9B4D02-34BE-4821-B7BE-65F126276FBD}" type="slidenum">
              <a:rPr lang="en-US" smtClean="0"/>
              <a:pPr/>
              <a:t>23</a:t>
            </a:fld>
            <a:endParaRPr lang="en-US"/>
          </a:p>
        </p:txBody>
      </p:sp>
    </p:spTree>
    <p:extLst>
      <p:ext uri="{BB962C8B-B14F-4D97-AF65-F5344CB8AC3E}">
        <p14:creationId xmlns:p14="http://schemas.microsoft.com/office/powerpoint/2010/main" val="2037055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26/04/2021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26/04/2021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XIN BAN THẦN TRÍ (256)</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08414"/>
            <a:ext cx="9144000" cy="4641273"/>
          </a:xfrm>
        </p:spPr>
        <p:txBody>
          <a:bodyPr>
            <a:noAutofit/>
          </a:bodyPr>
          <a:lstStyle/>
          <a:p>
            <a:pPr algn="just"/>
            <a:r>
              <a:rPr lang="vi-VN" sz="5400" b="1" dirty="0">
                <a:latin typeface="Times New Roman" panose="02020603050405020304" pitchFamily="18" charset="0"/>
                <a:cs typeface="Times New Roman" panose="02020603050405020304" pitchFamily="18" charset="0"/>
              </a:rPr>
              <a:t>ĐK: Lạy Chúa, xin ban xuống trên chúng con Thần Trí tác tạo của Chúa. Người đổi mới tâm can, đổi mới muôn lòng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007167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XIN BAN THẦN TRÍ (256)</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911169"/>
            <a:ext cx="9144000" cy="3835763"/>
          </a:xfrm>
        </p:spPr>
        <p:txBody>
          <a:bodyPr>
            <a:noAutofit/>
          </a:bodyPr>
          <a:lstStyle/>
          <a:p>
            <a:pPr algn="just"/>
            <a:r>
              <a:rPr lang="en-US" sz="5400" b="1" dirty="0">
                <a:latin typeface="Times New Roman" panose="02020603050405020304" pitchFamily="18" charset="0"/>
                <a:cs typeface="Times New Roman" panose="02020603050405020304" pitchFamily="18" charset="0"/>
              </a:rPr>
              <a:t>1. Ng</a:t>
            </a:r>
            <a:r>
              <a:rPr lang="vi-VN" sz="5400" b="1" dirty="0">
                <a:latin typeface="Times New Roman" panose="02020603050405020304" pitchFamily="18" charset="0"/>
                <a:cs typeface="Times New Roman" panose="02020603050405020304" pitchFamily="18" charset="0"/>
              </a:rPr>
              <a:t>ư</a:t>
            </a:r>
            <a:r>
              <a:rPr lang="en-US" sz="5400" b="1" dirty="0" err="1">
                <a:latin typeface="Times New Roman" panose="02020603050405020304" pitchFamily="18" charset="0"/>
                <a:cs typeface="Times New Roman" panose="02020603050405020304" pitchFamily="18" charset="0"/>
              </a:rPr>
              <a:t>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ban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nhớ</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hằng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truyền</a:t>
            </a:r>
            <a:r>
              <a:rPr lang="en-US" sz="5400" b="1" dirty="0">
                <a:latin typeface="Times New Roman" panose="02020603050405020304" pitchFamily="18" charset="0"/>
                <a:cs typeface="Times New Roman" panose="02020603050405020304" pitchFamily="18" charset="0"/>
              </a:rPr>
              <a:t> ban</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89536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XIN BAN THẦN TRÍ (256)</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08414"/>
            <a:ext cx="9144000" cy="4641273"/>
          </a:xfrm>
        </p:spPr>
        <p:txBody>
          <a:bodyPr>
            <a:noAutofit/>
          </a:bodyPr>
          <a:lstStyle/>
          <a:p>
            <a:pPr algn="just"/>
            <a:r>
              <a:rPr lang="vi-VN" sz="5400" b="1" dirty="0">
                <a:latin typeface="Times New Roman" panose="02020603050405020304" pitchFamily="18" charset="0"/>
                <a:cs typeface="Times New Roman" panose="02020603050405020304" pitchFamily="18" charset="0"/>
              </a:rPr>
              <a:t>ĐK: Lạy Chúa, xin ban xuống trên chúng con Thần Trí tác tạo của Chúa. Người đổi mới tâm can, đổi mới muôn lòng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76192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XIN BAN THẦN TRÍ (256)</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911169"/>
            <a:ext cx="9144000" cy="3835763"/>
          </a:xfrm>
        </p:spPr>
        <p:txBody>
          <a:bodyPr>
            <a:noAutofit/>
          </a:bodyPr>
          <a:lstStyle/>
          <a:p>
            <a:pPr algn="just"/>
            <a:r>
              <a:rPr lang="en-US" sz="5400" b="1" dirty="0">
                <a:latin typeface="Times New Roman" panose="02020603050405020304" pitchFamily="18" charset="0"/>
                <a:cs typeface="Times New Roman" panose="02020603050405020304" pitchFamily="18" charset="0"/>
              </a:rPr>
              <a:t>2. Ng</a:t>
            </a:r>
            <a:r>
              <a:rPr lang="vi-VN" sz="5400" b="1" dirty="0">
                <a:latin typeface="Times New Roman" panose="02020603050405020304" pitchFamily="18" charset="0"/>
                <a:cs typeface="Times New Roman" panose="02020603050405020304" pitchFamily="18" charset="0"/>
              </a:rPr>
              <a:t>ười sẽ ghi trong trái tim chính lề luật tình mến Chúa truyền ban.</a:t>
            </a:r>
          </a:p>
        </p:txBody>
      </p:sp>
    </p:spTree>
    <p:extLst>
      <p:ext uri="{BB962C8B-B14F-4D97-AF65-F5344CB8AC3E}">
        <p14:creationId xmlns:p14="http://schemas.microsoft.com/office/powerpoint/2010/main" val="245642080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Nhập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XIN BAN THẦN TRÍ (256)</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08414"/>
            <a:ext cx="9144000" cy="4641273"/>
          </a:xfrm>
        </p:spPr>
        <p:txBody>
          <a:bodyPr>
            <a:noAutofit/>
          </a:bodyPr>
          <a:lstStyle/>
          <a:p>
            <a:pPr algn="just"/>
            <a:r>
              <a:rPr lang="vi-VN" sz="5400" b="1" dirty="0">
                <a:latin typeface="Times New Roman" panose="02020603050405020304" pitchFamily="18" charset="0"/>
                <a:cs typeface="Times New Roman" panose="02020603050405020304" pitchFamily="18" charset="0"/>
              </a:rPr>
              <a:t>ĐK: Lạy Chúa, xin ban xuống trên chúng con Thần Trí tác tạo của Chúa. Người đổi mới tâm can, đổi mới muôn lòng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5361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189607"/>
            <a:ext cx="9144000" cy="7164280"/>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err="1">
                <a:latin typeface="Times New Roman" panose="02020603050405020304" pitchFamily="18" charset="0"/>
                <a:cs typeface="Times New Roman" panose="02020603050405020304" pitchFamily="18" charset="0"/>
              </a:rPr>
              <a:t>Toàn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nước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hãy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61961"/>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bỏ</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mồ</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All…All…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THEO HƯƠNG TRẦM (53)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81125"/>
            <a:ext cx="9144000" cy="6391564"/>
          </a:xfrm>
        </p:spPr>
        <p:txBody>
          <a:bodyPr>
            <a:noAutofit/>
          </a:bodyPr>
          <a:lstStyle/>
          <a:p>
            <a:pPr algn="just"/>
            <a:r>
              <a:rPr lang="en-US" sz="5400" b="1" dirty="0">
                <a:latin typeface="Times New Roman" pitchFamily="18" charset="0"/>
                <a:cs typeface="Times New Roman" pitchFamily="18" charset="0"/>
              </a:rPr>
              <a:t>1. Theo </a:t>
            </a:r>
            <a:r>
              <a:rPr lang="en-US" sz="5400" b="1" dirty="0" err="1">
                <a:latin typeface="Times New Roman" pitchFamily="18" charset="0"/>
                <a:cs typeface="Times New Roman" pitchFamily="18" charset="0"/>
              </a:rPr>
              <a: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trầm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tỏa</a:t>
            </a:r>
            <a:r>
              <a:rPr lang="en-US" sz="5400" b="1" dirty="0">
                <a:latin typeface="Times New Roman" pitchFamily="18" charset="0"/>
                <a:cs typeface="Times New Roman" pitchFamily="18" charset="0"/>
              </a:rPr>
              <a:t> bay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cao</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cung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rượu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thơm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nồng</a:t>
            </a:r>
            <a:r>
              <a:rPr lang="en-US" sz="5400" b="1" dirty="0">
                <a:latin typeface="Times New Roman" pitchFamily="18" charset="0"/>
                <a:cs typeface="Times New Roman" pitchFamily="18" charset="0"/>
              </a:rPr>
              <a:t>. Do </a:t>
            </a:r>
            <a:r>
              <a:rPr lang="en-US" sz="5400" b="1" dirty="0" err="1">
                <a:latin typeface="Times New Roman" pitchFamily="18" charset="0"/>
                <a:cs typeface="Times New Roman" pitchFamily="18" charset="0"/>
              </a:rPr>
              <a:t>muôn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bàn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tay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góp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sức</a:t>
            </a:r>
            <a:r>
              <a:rPr lang="en-US" sz="5400" b="1" dirty="0">
                <a:latin typeface="Times New Roman" pitchFamily="18" charset="0"/>
                <a:cs typeface="Times New Roman" pitchFamily="18" charset="0"/>
              </a:rPr>
              <a:t> qua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công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vun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trồng</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67912670"/>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THEO HƯƠNG TRẦM (53)</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62025"/>
            <a:ext cx="9144000" cy="6391564"/>
          </a:xfrm>
        </p:spPr>
        <p:txBody>
          <a:bodyPr>
            <a:noAutofit/>
          </a:bodyPr>
          <a:lstStyle/>
          <a:p>
            <a:pPr algn="just"/>
            <a:r>
              <a:rPr lang="en-US" sz="5400" b="1" dirty="0">
                <a:latin typeface="Times New Roman" pitchFamily="18" charset="0"/>
                <a:cs typeface="Times New Roman" pitchFamily="18" charset="0"/>
              </a:rPr>
              <a:t>ĐK: Xin Cha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hóa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vật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hèn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đôi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tay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chứa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thơ</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mến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liên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với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Cha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thân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làm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hòa</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736622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C51F5D-34DD-43C2-95A7-3D04A4BAD8AB}"/>
              </a:ext>
            </a:extLst>
          </p:cNvPr>
          <p:cNvSpPr>
            <a:spLocks noGrp="1"/>
          </p:cNvSpPr>
          <p:nvPr>
            <p:ph idx="1"/>
          </p:nvPr>
        </p:nvSpPr>
        <p:spPr>
          <a:xfrm>
            <a:off x="0" y="1460499"/>
            <a:ext cx="9144000" cy="4351338"/>
          </a:xfrm>
        </p:spPr>
        <p:txBody>
          <a:bodyPr>
            <a:noAutofit/>
          </a:bodyPr>
          <a:lstStyle/>
          <a:p>
            <a:pPr marL="0" indent="0" algn="just">
              <a:buNone/>
            </a:pP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Ki-</a:t>
            </a:r>
            <a:r>
              <a:rPr lang="en-US" sz="5400" b="1" dirty="0" err="1">
                <a:latin typeface="Times New Roman" panose="02020603050405020304" pitchFamily="18" charset="0"/>
                <a:cs typeface="Times New Roman" panose="02020603050405020304" pitchFamily="18" charset="0"/>
              </a:rPr>
              <a:t>tô</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những</a:t>
            </a:r>
            <a:r>
              <a:rPr lang="en-US" sz="5400" b="1" dirty="0">
                <a:latin typeface="Times New Roman" panose="02020603050405020304" pitchFamily="18" charset="0"/>
                <a:cs typeface="Times New Roman" panose="02020603050405020304" pitchFamily="18" charset="0"/>
              </a:rPr>
              <a:t> ai </a:t>
            </a:r>
            <a:r>
              <a:rPr lang="en-US" sz="5400" b="1" dirty="0" err="1">
                <a:latin typeface="Times New Roman" panose="02020603050405020304" pitchFamily="18" charset="0"/>
                <a:cs typeface="Times New Roman" panose="02020603050405020304" pitchFamily="18" charset="0"/>
              </a:rPr>
              <a:t>đang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còn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họ</a:t>
            </a:r>
            <a:r>
              <a:rPr lang="en-US" sz="5400" b="1" dirty="0">
                <a:latin typeface="Times New Roman" panose="02020603050405020304" pitchFamily="18" charset="0"/>
                <a:cs typeface="Times New Roman" panose="02020603050405020304" pitchFamily="18" charset="0"/>
              </a:rPr>
              <a:t>. Alleluia.</a:t>
            </a:r>
          </a:p>
        </p:txBody>
      </p:sp>
    </p:spTree>
    <p:extLst>
      <p:ext uri="{BB962C8B-B14F-4D97-AF65-F5344CB8AC3E}">
        <p14:creationId xmlns:p14="http://schemas.microsoft.com/office/powerpoint/2010/main" val="1121484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71600"/>
            <a:ext cx="8991600" cy="6248400"/>
          </a:xfrm>
        </p:spPr>
        <p:txBody>
          <a:bodyPr>
            <a:noAutofit/>
          </a:bodyPr>
          <a:lstStyle/>
          <a:p>
            <a:pPr algn="just"/>
            <a:r>
              <a:rPr lang="en-US" sz="5400" b="1" dirty="0">
                <a:solidFill>
                  <a:schemeClr val="tx1"/>
                </a:solidFill>
                <a:latin typeface="Times New Roman" pitchFamily="18" charset="0"/>
                <a:cs typeface="Times New Roman" pitchFamily="18" charset="0"/>
              </a:rPr>
              <a:t>1.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mục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tử</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Người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dẫn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chỉ</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đường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cho</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tay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nào</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thiếu</a:t>
            </a:r>
            <a:r>
              <a:rPr lang="en-US" sz="5400" b="1" dirty="0">
                <a:solidFill>
                  <a:schemeClr val="tx1"/>
                </a:solidFill>
                <a:latin typeface="Times New Roman" pitchFamily="18" charset="0"/>
                <a:cs typeface="Times New Roman" pitchFamily="18" charset="0"/>
              </a:rPr>
              <a:t> chi con </a:t>
            </a:r>
            <a:r>
              <a:rPr lang="en-US" sz="5400" b="1" dirty="0" err="1">
                <a:solidFill>
                  <a:schemeClr val="tx1"/>
                </a:solidFill>
                <a:latin typeface="Times New Roman" pitchFamily="18" charset="0"/>
                <a:cs typeface="Times New Roman" pitchFamily="18" charset="0"/>
              </a:rPr>
              <a:t>sợ</a:t>
            </a:r>
            <a:r>
              <a:rPr lang="en-US" sz="5400" b="1" dirty="0">
                <a:solidFill>
                  <a:schemeClr val="tx1"/>
                </a:solidFill>
                <a:latin typeface="Times New Roman" pitchFamily="18" charset="0"/>
                <a:cs typeface="Times New Roman" pitchFamily="18" charset="0"/>
              </a:rPr>
              <a:t> chi? </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MỤC TỬ 188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1507056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71600"/>
            <a:ext cx="8991600" cy="6248400"/>
          </a:xfrm>
        </p:spPr>
        <p:txBody>
          <a:bodyPr>
            <a:noAutofit/>
          </a:bodyPr>
          <a:lstStyle/>
          <a:p>
            <a:pPr algn="just"/>
            <a:r>
              <a:rPr lang="en-US" sz="5400" b="1" dirty="0" err="1">
                <a:solidFill>
                  <a:schemeClr val="tx1"/>
                </a:solidFill>
                <a:latin typeface="Times New Roman" pitchFamily="18" charset="0"/>
                <a:cs typeface="Times New Roman" pitchFamily="18" charset="0"/>
              </a:rPr>
              <a:t>Cỏ</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tươi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rợn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đồng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xanh</a:t>
            </a:r>
            <a:r>
              <a:rPr lang="en-US" sz="5400" b="1" dirty="0">
                <a:solidFill>
                  <a:schemeClr val="tx1"/>
                </a:solidFill>
                <a:latin typeface="Times New Roman" pitchFamily="18" charset="0"/>
                <a:cs typeface="Times New Roman" pitchFamily="18" charset="0"/>
              </a:rPr>
              <a:t> con no </a:t>
            </a:r>
            <a:r>
              <a:rPr lang="en-US" sz="5400" b="1" dirty="0" err="1">
                <a:solidFill>
                  <a:schemeClr val="tx1"/>
                </a:solidFill>
                <a:latin typeface="Times New Roman" pitchFamily="18" charset="0"/>
                <a:cs typeface="Times New Roman" pitchFamily="18" charset="0"/>
              </a:rPr>
              <a:t>thỏa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không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bao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giờ</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thiếu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nữa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Suối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nước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trường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sinh</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nghỉ</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uống</a:t>
            </a:r>
            <a:r>
              <a:rPr lang="en-US" sz="5400" b="1" dirty="0">
                <a:solidFill>
                  <a:schemeClr val="tx1"/>
                </a:solidFill>
                <a:latin typeface="Times New Roman" pitchFamily="18" charset="0"/>
                <a:cs typeface="Times New Roman" pitchFamily="18" charset="0"/>
              </a:rPr>
              <a:t> no </a:t>
            </a:r>
            <a:r>
              <a:rPr lang="en-US" sz="5400" b="1" dirty="0" err="1">
                <a:solidFill>
                  <a:schemeClr val="tx1"/>
                </a:solidFill>
                <a:latin typeface="Times New Roman" pitchFamily="18" charset="0"/>
                <a:cs typeface="Times New Roman" pitchFamily="18" charset="0"/>
              </a:rPr>
              <a:t>đầy</a:t>
            </a:r>
            <a:r>
              <a:rPr lang="en-US" sz="5400" b="1" dirty="0">
                <a:solidFill>
                  <a:schemeClr val="tx1"/>
                </a:solidFill>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MỤC TỬ 188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47354983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30150"/>
            <a:ext cx="9124406" cy="6248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chiên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nhân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từ</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Người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dẫn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đồng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nội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suối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nước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mát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bóng</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uống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thảnh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sướng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vui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tay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Người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dẫn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giữa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suối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mát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cỏ</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xanh</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thiếu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gì</a:t>
            </a:r>
            <a:r>
              <a:rPr lang="en-US" sz="5400" b="1" dirty="0">
                <a:solidFill>
                  <a:schemeClr val="tx1"/>
                </a:solidFill>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MỤC TỬ 188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1265130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71600"/>
            <a:ext cx="8991600" cy="6248400"/>
          </a:xfrm>
        </p:spPr>
        <p:txBody>
          <a:bodyPr>
            <a:noAutofit/>
          </a:bodyPr>
          <a:lstStyle/>
          <a:p>
            <a:pPr algn="just"/>
            <a:r>
              <a:rPr lang="en-US" sz="5400" b="1" dirty="0">
                <a:solidFill>
                  <a:schemeClr val="tx1"/>
                </a:solidFill>
                <a:latin typeface="Times New Roman" pitchFamily="18" charset="0"/>
                <a:cs typeface="Times New Roman" pitchFamily="18" charset="0"/>
              </a:rPr>
              <a:t>2.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mục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tử</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Người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dẫn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dắt</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lần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theo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lối</a:t>
            </a:r>
            <a:r>
              <a:rPr lang="en-US" sz="5400" b="1" dirty="0">
                <a:solidFill>
                  <a:schemeClr val="tx1"/>
                </a:solidFill>
                <a:latin typeface="Times New Roman" pitchFamily="18" charset="0"/>
                <a:cs typeface="Times New Roman" pitchFamily="18" charset="0"/>
              </a:rPr>
              <a:t>. Cho con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vì</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danh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không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vương</a:t>
            </a:r>
            <a:r>
              <a:rPr lang="en-US" sz="5400" b="1" dirty="0">
                <a:latin typeface="Times New Roman" pitchFamily="18" charset="0"/>
                <a:cs typeface="Times New Roman" pitchFamily="18" charset="0"/>
              </a:rPr>
              <a:t>. </a:t>
            </a:r>
            <a:endParaRPr lang="en-US" sz="5400" b="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MỤC TỬ 188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7933243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371600"/>
            <a:ext cx="8991600" cy="6248400"/>
          </a:xfrm>
        </p:spPr>
        <p:txBody>
          <a:bodyPr>
            <a:noAutofit/>
          </a:bodyPr>
          <a:lstStyle/>
          <a:p>
            <a:pPr algn="just"/>
            <a:r>
              <a:rPr lang="en-US" sz="5400" b="1" dirty="0" err="1">
                <a:latin typeface="Times New Roman" pitchFamily="18" charset="0"/>
                <a:cs typeface="Times New Roman" pitchFamily="18" charset="0"/>
              </a:rPr>
              <a:t>Tối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tăm</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sợ</a:t>
            </a:r>
            <a:r>
              <a:rPr lang="en-US" sz="5400" b="1" dirty="0">
                <a:latin typeface="Times New Roman" pitchFamily="18" charset="0"/>
                <a:cs typeface="Times New Roman" pitchFamily="18" charset="0"/>
              </a:rPr>
              <a:t> chi </a:t>
            </a:r>
            <a:r>
              <a:rPr lang="en-US" sz="5400" b="1" dirty="0" err="1">
                <a:latin typeface="Times New Roman" pitchFamily="18" charset="0"/>
                <a:cs typeface="Times New Roman" pitchFamily="18" charset="0"/>
              </a:rPr>
              <a:t>vì</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với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bước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tay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gậy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MỤC TỬ 188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2128471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930150"/>
            <a:ext cx="9124406" cy="6248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chiên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nhân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từ</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Người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dẫn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đồng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nội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này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suối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nước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mát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bóng</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tới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uống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thảnh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sướng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vui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trong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tay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Người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dẫn</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giữa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suối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mát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cỏ</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xanh</a:t>
            </a:r>
            <a:r>
              <a:rPr lang="en-US" sz="5400" b="1" dirty="0">
                <a:solidFill>
                  <a:schemeClr val="tx1"/>
                </a:solidFill>
                <a:latin typeface="Times New Roman" pitchFamily="18" charset="0"/>
                <a:cs typeface="Times New Roman" pitchFamily="18" charset="0"/>
              </a:rPr>
              <a:t> con </a:t>
            </a:r>
            <a:r>
              <a:rPr lang="en-US" sz="5400" b="1" dirty="0" err="1">
                <a:solidFill>
                  <a:schemeClr val="tx1"/>
                </a:solidFill>
                <a:latin typeface="Times New Roman" pitchFamily="18" charset="0"/>
                <a:cs typeface="Times New Roman" pitchFamily="18" charset="0"/>
              </a:rPr>
              <a:t>thiếu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gì</a:t>
            </a:r>
            <a:r>
              <a:rPr lang="en-US" sz="5400" b="1" dirty="0">
                <a:solidFill>
                  <a:schemeClr val="tx1"/>
                </a:solidFill>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Nhập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CHÚA LÀ MỤC TỬ 188</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9099927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0C47-3D9C-4FCF-A5C0-7BA807E8A3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4A757D-C95F-4420-9B4E-6ACC6DFED07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75403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vi-VN" sz="1800" dirty="0">
                <a:solidFill>
                  <a:srgbClr val="FF0000"/>
                </a:solidFill>
                <a:latin typeface="Times New Roman" panose="02020603050405020304" pitchFamily="18" charset="0"/>
                <a:cs typeface="Times New Roman" panose="02020603050405020304" pitchFamily="18" charset="0"/>
              </a:rPr>
              <a:t>	  </a:t>
            </a:r>
            <a:r>
              <a:rPr lang="vi-VN" sz="2400" b="1" dirty="0">
                <a:solidFill>
                  <a:srgbClr val="FF0000"/>
                </a:solidFill>
                <a:effectLst>
                  <a:outerShdw blurRad="38100" dist="38100" dir="2700000" algn="tl">
                    <a:srgbClr val="000000">
                      <a:alpha val="43137"/>
                    </a:srgbClr>
                  </a:outerShdw>
                </a:effectLst>
                <a:cs typeface="Times New Roman" panose="02020603050405020304" pitchFamily="18" charset="0"/>
              </a:rPr>
              <a:t>KHẢI HOÀN CA 1 (325)</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0191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diệu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tay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hữu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uy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Giờ</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sau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Cha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sâu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96899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vi-VN" sz="1800" dirty="0">
                <a:solidFill>
                  <a:srgbClr val="FF0000"/>
                </a:solidFill>
                <a:latin typeface="Times New Roman" panose="02020603050405020304" pitchFamily="18" charset="0"/>
                <a:cs typeface="Times New Roman" panose="02020603050405020304" pitchFamily="18" charset="0"/>
              </a:rPr>
              <a:t>	  </a:t>
            </a:r>
            <a:r>
              <a:rPr lang="vi-VN" sz="2400" b="1" dirty="0">
                <a:solidFill>
                  <a:srgbClr val="FF0000"/>
                </a:solidFill>
                <a:effectLst>
                  <a:outerShdw blurRad="38100" dist="38100" dir="2700000" algn="tl">
                    <a:srgbClr val="000000">
                      <a:alpha val="43137"/>
                    </a:srgbClr>
                  </a:outerShdw>
                </a:effectLst>
                <a:cs typeface="Times New Roman" panose="02020603050405020304" pitchFamily="18" charset="0"/>
              </a:rPr>
              <a:t>KHẢI HOÀN CA 1 (325)</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144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Vạn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tuế</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Vua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Đa-vít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lại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đem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quang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soi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khải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đã</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tử</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737011"/>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6074</TotalTime>
  <Words>1023</Words>
  <Application>Microsoft Office PowerPoint</Application>
  <PresentationFormat>On-screen Show (4:3)</PresentationFormat>
  <Paragraphs>54</Paragraphs>
  <Slides>26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Nhập Lễ                                    XIN BAN THẦN TRÍ (256)</vt:lpstr>
      <vt:lpstr>Nhập Lễ                                    XIN BAN THẦN TRÍ (256)</vt:lpstr>
      <vt:lpstr>Nhập Lễ                                    XIN BAN THẦN TRÍ (256)</vt:lpstr>
      <vt:lpstr>Nhập Lễ                                    XIN BAN THẦN TRÍ (256)</vt:lpstr>
      <vt:lpstr>Nhập Lễ                                    XIN BAN THẦN TRÍ (256)</vt:lpstr>
      <vt:lpstr>PowerPoint Presentation</vt:lpstr>
      <vt:lpstr>PowerPoint Presentation</vt:lpstr>
      <vt:lpstr>Dâng Lễ                                      THEO HƯƠNG TRẦM (53)</vt:lpstr>
      <vt:lpstr>Dâng Lễ                                      THEO HƯƠNG TRẦM (53)</vt:lpstr>
      <vt:lpstr>Ca hiệp lễ</vt:lpstr>
      <vt:lpstr>Nhập Lễ                                  CHÚA LÀ MỤC TỬ 188</vt:lpstr>
      <vt:lpstr>Nhập Lễ                                  CHÚA LÀ MỤC TỬ 188</vt:lpstr>
      <vt:lpstr>Nhập Lễ                                  CHÚA LÀ MỤC TỬ 188</vt:lpstr>
      <vt:lpstr>Nhập Lễ                                  CHÚA LÀ MỤC TỬ 188</vt:lpstr>
      <vt:lpstr>Nhập Lễ                                  CHÚA LÀ MỤC TỬ 188</vt:lpstr>
      <vt:lpstr>Nhập Lễ                                  CHÚA LÀ MỤC TỬ 188</vt:lpstr>
      <vt:lpstr>PowerPoint Presentation</vt:lpstr>
      <vt:lpstr>Kết Lễ                               KHẢI HOÀN CA 1 (325)</vt:lpstr>
      <vt:lpstr>Kết Lễ                               KHẢI HOÀN CA 1 (325)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1532</cp:revision>
  <dcterms:created xsi:type="dcterms:W3CDTF">2018-09-17T12:52:44Z</dcterms:created>
  <dcterms:modified xsi:type="dcterms:W3CDTF">2021-04-26T14:47:25Z</dcterms:modified>
</cp:coreProperties>
</file>