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6"/>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4905" r:id="rId29"/>
    <p:sldId id="4906" r:id="rId30"/>
    <p:sldId id="4907" r:id="rId31"/>
    <p:sldId id="4908" r:id="rId32"/>
    <p:sldId id="4909" r:id="rId33"/>
    <p:sldId id="4910" r:id="rId34"/>
    <p:sldId id="4911" r:id="rId35"/>
    <p:sldId id="4912" r:id="rId36"/>
    <p:sldId id="4913" r:id="rId37"/>
    <p:sldId id="4914" r:id="rId38"/>
    <p:sldId id="4915" r:id="rId39"/>
    <p:sldId id="4675" r:id="rId40"/>
    <p:sldId id="4207" r:id="rId41"/>
    <p:sldId id="4870" r:id="rId42"/>
    <p:sldId id="4872" r:id="rId43"/>
    <p:sldId id="4871" r:id="rId44"/>
    <p:sldId id="4873" r:id="rId45"/>
    <p:sldId id="4653" r:id="rId46"/>
    <p:sldId id="4904" r:id="rId47"/>
    <p:sldId id="4654" r:id="rId48"/>
    <p:sldId id="4874" r:id="rId49"/>
    <p:sldId id="4875" r:id="rId50"/>
    <p:sldId id="4876" r:id="rId51"/>
    <p:sldId id="4877" r:id="rId52"/>
    <p:sldId id="4106" r:id="rId53"/>
    <p:sldId id="4878" r:id="rId54"/>
    <p:sldId id="4879" r:id="rId55"/>
    <p:sldId id="4880" r:id="rId56"/>
    <p:sldId id="4881" r:id="rId57"/>
    <p:sldId id="4884" r:id="rId58"/>
    <p:sldId id="4885" r:id="rId59"/>
    <p:sldId id="4882" r:id="rId60"/>
    <p:sldId id="4886" r:id="rId61"/>
    <p:sldId id="4887" r:id="rId62"/>
    <p:sldId id="4883" r:id="rId63"/>
    <p:sldId id="4888" r:id="rId64"/>
    <p:sldId id="4889" r:id="rId65"/>
    <p:sldId id="4897" r:id="rId66"/>
    <p:sldId id="4891" r:id="rId67"/>
    <p:sldId id="4892" r:id="rId68"/>
    <p:sldId id="4893" r:id="rId69"/>
    <p:sldId id="4894" r:id="rId70"/>
    <p:sldId id="4895" r:id="rId71"/>
    <p:sldId id="4896" r:id="rId72"/>
    <p:sldId id="4898" r:id="rId73"/>
    <p:sldId id="4899" r:id="rId74"/>
    <p:sldId id="4900" r:id="rId75"/>
    <p:sldId id="4901" r:id="rId76"/>
    <p:sldId id="4902" r:id="rId77"/>
    <p:sldId id="4903" r:id="rId78"/>
    <p:sldId id="4890" r:id="rId79"/>
    <p:sldId id="4502" r:id="rId80"/>
    <p:sldId id="4503" r:id="rId81"/>
    <p:sldId id="4504" r:id="rId82"/>
    <p:sldId id="4505" r:id="rId83"/>
    <p:sldId id="4506" r:id="rId84"/>
    <p:sldId id="4507" r:id="rId8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86404" autoAdjust="0"/>
  </p:normalViewPr>
  <p:slideViewPr>
    <p:cSldViewPr snapToGrid="0">
      <p:cViewPr>
        <p:scale>
          <a:sx n="50" d="100"/>
          <a:sy n="50" d="100"/>
        </p:scale>
        <p:origin x="-1158" y="-594"/>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tableStyles" Target="tableStyles.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27/12/2020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35</a:t>
            </a:fld>
            <a:endParaRPr lang="en-US"/>
          </a:p>
        </p:txBody>
      </p:sp>
    </p:spTree>
    <p:extLst>
      <p:ext uri="{BB962C8B-B14F-4D97-AF65-F5344CB8AC3E}">
        <p14:creationId xmlns:p14="http://schemas.microsoft.com/office/powerpoint/2010/main" val="17594083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36</a:t>
            </a:fld>
            <a:endParaRPr lang="en-US"/>
          </a:p>
        </p:txBody>
      </p:sp>
    </p:spTree>
    <p:extLst>
      <p:ext uri="{BB962C8B-B14F-4D97-AF65-F5344CB8AC3E}">
        <p14:creationId xmlns:p14="http://schemas.microsoft.com/office/powerpoint/2010/main" val="26871304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53</a:t>
            </a:fld>
            <a:endParaRPr lang="en-US"/>
          </a:p>
        </p:txBody>
      </p:sp>
    </p:spTree>
    <p:extLst>
      <p:ext uri="{BB962C8B-B14F-4D97-AF65-F5344CB8AC3E}">
        <p14:creationId xmlns:p14="http://schemas.microsoft.com/office/powerpoint/2010/main" val="6646030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54</a:t>
            </a:fld>
            <a:endParaRPr lang="en-US"/>
          </a:p>
        </p:txBody>
      </p:sp>
    </p:spTree>
    <p:extLst>
      <p:ext uri="{BB962C8B-B14F-4D97-AF65-F5344CB8AC3E}">
        <p14:creationId xmlns:p14="http://schemas.microsoft.com/office/powerpoint/2010/main" val="16121498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55</a:t>
            </a:fld>
            <a:endParaRPr lang="en-US"/>
          </a:p>
        </p:txBody>
      </p:sp>
    </p:spTree>
    <p:extLst>
      <p:ext uri="{BB962C8B-B14F-4D97-AF65-F5344CB8AC3E}">
        <p14:creationId xmlns:p14="http://schemas.microsoft.com/office/powerpoint/2010/main" val="32338727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56</a:t>
            </a:fld>
            <a:endParaRPr lang="en-US"/>
          </a:p>
        </p:txBody>
      </p:sp>
    </p:spTree>
    <p:extLst>
      <p:ext uri="{BB962C8B-B14F-4D97-AF65-F5344CB8AC3E}">
        <p14:creationId xmlns:p14="http://schemas.microsoft.com/office/powerpoint/2010/main" val="9387484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57</a:t>
            </a:fld>
            <a:endParaRPr lang="en-US"/>
          </a:p>
        </p:txBody>
      </p:sp>
    </p:spTree>
    <p:extLst>
      <p:ext uri="{BB962C8B-B14F-4D97-AF65-F5344CB8AC3E}">
        <p14:creationId xmlns:p14="http://schemas.microsoft.com/office/powerpoint/2010/main" val="8109198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58</a:t>
            </a:fld>
            <a:endParaRPr lang="en-US"/>
          </a:p>
        </p:txBody>
      </p:sp>
    </p:spTree>
    <p:extLst>
      <p:ext uri="{BB962C8B-B14F-4D97-AF65-F5344CB8AC3E}">
        <p14:creationId xmlns:p14="http://schemas.microsoft.com/office/powerpoint/2010/main" val="40896095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27960502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60</a:t>
            </a:fld>
            <a:endParaRPr lang="en-US"/>
          </a:p>
        </p:txBody>
      </p:sp>
    </p:spTree>
    <p:extLst>
      <p:ext uri="{BB962C8B-B14F-4D97-AF65-F5344CB8AC3E}">
        <p14:creationId xmlns:p14="http://schemas.microsoft.com/office/powerpoint/2010/main" val="952527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61</a:t>
            </a:fld>
            <a:endParaRPr lang="en-US"/>
          </a:p>
        </p:txBody>
      </p:sp>
    </p:spTree>
    <p:extLst>
      <p:ext uri="{BB962C8B-B14F-4D97-AF65-F5344CB8AC3E}">
        <p14:creationId xmlns:p14="http://schemas.microsoft.com/office/powerpoint/2010/main" val="36130576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15767809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8360876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64</a:t>
            </a:fld>
            <a:endParaRPr lang="en-US"/>
          </a:p>
        </p:txBody>
      </p:sp>
    </p:spTree>
    <p:extLst>
      <p:ext uri="{BB962C8B-B14F-4D97-AF65-F5344CB8AC3E}">
        <p14:creationId xmlns:p14="http://schemas.microsoft.com/office/powerpoint/2010/main" val="11096834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66</a:t>
            </a:fld>
            <a:endParaRPr lang="en-US"/>
          </a:p>
        </p:txBody>
      </p:sp>
    </p:spTree>
    <p:extLst>
      <p:ext uri="{BB962C8B-B14F-4D97-AF65-F5344CB8AC3E}">
        <p14:creationId xmlns:p14="http://schemas.microsoft.com/office/powerpoint/2010/main" val="109476473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67</a:t>
            </a:fld>
            <a:endParaRPr lang="en-US"/>
          </a:p>
        </p:txBody>
      </p:sp>
    </p:spTree>
    <p:extLst>
      <p:ext uri="{BB962C8B-B14F-4D97-AF65-F5344CB8AC3E}">
        <p14:creationId xmlns:p14="http://schemas.microsoft.com/office/powerpoint/2010/main" val="2966128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68</a:t>
            </a:fld>
            <a:endParaRPr lang="en-US"/>
          </a:p>
        </p:txBody>
      </p:sp>
    </p:spTree>
    <p:extLst>
      <p:ext uri="{BB962C8B-B14F-4D97-AF65-F5344CB8AC3E}">
        <p14:creationId xmlns:p14="http://schemas.microsoft.com/office/powerpoint/2010/main" val="30407089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69</a:t>
            </a:fld>
            <a:endParaRPr lang="en-US"/>
          </a:p>
        </p:txBody>
      </p:sp>
    </p:spTree>
    <p:extLst>
      <p:ext uri="{BB962C8B-B14F-4D97-AF65-F5344CB8AC3E}">
        <p14:creationId xmlns:p14="http://schemas.microsoft.com/office/powerpoint/2010/main" val="40609565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70</a:t>
            </a:fld>
            <a:endParaRPr lang="en-US"/>
          </a:p>
        </p:txBody>
      </p:sp>
    </p:spTree>
    <p:extLst>
      <p:ext uri="{BB962C8B-B14F-4D97-AF65-F5344CB8AC3E}">
        <p14:creationId xmlns:p14="http://schemas.microsoft.com/office/powerpoint/2010/main" val="269147218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71</a:t>
            </a:fld>
            <a:endParaRPr lang="en-US"/>
          </a:p>
        </p:txBody>
      </p:sp>
    </p:spTree>
    <p:extLst>
      <p:ext uri="{BB962C8B-B14F-4D97-AF65-F5344CB8AC3E}">
        <p14:creationId xmlns:p14="http://schemas.microsoft.com/office/powerpoint/2010/main" val="22924710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72</a:t>
            </a:fld>
            <a:endParaRPr lang="en-US"/>
          </a:p>
        </p:txBody>
      </p:sp>
    </p:spTree>
    <p:extLst>
      <p:ext uri="{BB962C8B-B14F-4D97-AF65-F5344CB8AC3E}">
        <p14:creationId xmlns:p14="http://schemas.microsoft.com/office/powerpoint/2010/main" val="9329298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73</a:t>
            </a:fld>
            <a:endParaRPr lang="en-US"/>
          </a:p>
        </p:txBody>
      </p:sp>
    </p:spTree>
    <p:extLst>
      <p:ext uri="{BB962C8B-B14F-4D97-AF65-F5344CB8AC3E}">
        <p14:creationId xmlns:p14="http://schemas.microsoft.com/office/powerpoint/2010/main" val="3507925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27/12/2020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27/12/2020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27/12/2020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27/12/2020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r>
              <a:rPr lang="vi-VN" sz="4000" b="1" dirty="0">
                <a:solidFill>
                  <a:schemeClr val="tx1"/>
                </a:solidFill>
                <a:latin typeface="+mj-lt"/>
              </a:rPr>
              <a:t/>
            </a:r>
            <a:br>
              <a:rPr lang="vi-VN" sz="4000" b="1" dirty="0">
                <a:solidFill>
                  <a:schemeClr val="tx1"/>
                </a:solidFill>
                <a:latin typeface="+mj-lt"/>
              </a:rPr>
            </a:br>
            <a:r>
              <a:rPr lang="vi-VN" sz="4000" b="1" dirty="0">
                <a:solidFill>
                  <a:schemeClr val="tx1"/>
                </a:solidFill>
              </a:rPr>
              <a:t/>
            </a: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17438405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LÊN NÀO (362)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vi-VN" sz="5400" b="1" dirty="0">
                <a:latin typeface="+mj-lt"/>
              </a:rPr>
              <a:t>ĐK. Mau lên nào, mau lên nào, mau lên nào mục đồng ơi mau tới vì Chúa nay ra đời. Mau lên nào, mau lên nào, mau lên nào mục đồng ơi mau tới thờ kính Con Vua Trời</a:t>
            </a:r>
            <a:r>
              <a:rPr lang="vi-VN" sz="5400" b="1" dirty="0" smtClean="0">
                <a:latin typeface="+mj-lt"/>
              </a:rPr>
              <a:t>.</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21283950"/>
      </p:ext>
    </p:extLst>
  </p:cSld>
  <p:clrMapOvr>
    <a:masterClrMapping/>
  </p:clrMapOvr>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LÊN NÀO (362)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57075"/>
            <a:ext cx="9144000" cy="4219339"/>
          </a:xfrm>
        </p:spPr>
        <p:txBody>
          <a:bodyPr>
            <a:noAutofit/>
          </a:bodyPr>
          <a:lstStyle/>
          <a:p>
            <a:pPr algn="just"/>
            <a:r>
              <a:rPr lang="vi-VN" sz="5400" b="1" dirty="0" smtClean="0">
                <a:latin typeface="+mj-lt"/>
              </a:rPr>
              <a:t>1</a:t>
            </a:r>
            <a:r>
              <a:rPr lang="vi-VN" sz="5400" b="1" dirty="0">
                <a:latin typeface="+mj-lt"/>
              </a:rPr>
              <a:t>. Các mục đồng vừa tới nơi đã gặp bà Maria và Thánh Giuse, người </a:t>
            </a:r>
            <a:r>
              <a:rPr lang="vi-VN" sz="5400" b="1">
                <a:latin typeface="+mj-lt"/>
              </a:rPr>
              <a:t>dưỡng </a:t>
            </a:r>
            <a:r>
              <a:rPr lang="vi-VN" sz="5400" b="1" smtClean="0">
                <a:latin typeface="+mj-lt"/>
              </a:rPr>
              <a:t>nuôi</a:t>
            </a:r>
            <a:r>
              <a:rPr lang="en-US" sz="5400" b="1" smtClean="0">
                <a:latin typeface="+mj-lt"/>
              </a:rPr>
              <a:t> </a:t>
            </a:r>
            <a:r>
              <a:rPr lang="en-US" sz="4400" b="1" smtClean="0">
                <a:latin typeface="+mj-lt"/>
              </a:rPr>
              <a:t>thấy</a:t>
            </a:r>
            <a:r>
              <a:rPr lang="vi-VN" sz="4400" b="1" smtClean="0">
                <a:latin typeface="+mj-lt"/>
              </a:rPr>
              <a:t> </a:t>
            </a:r>
            <a:r>
              <a:rPr lang="vi-VN" sz="5400" b="1" dirty="0">
                <a:latin typeface="+mj-lt"/>
              </a:rPr>
              <a:t>bé thơ bọc trong khăn</a:t>
            </a:r>
            <a:r>
              <a:rPr lang="vi-VN" sz="5400" b="1" dirty="0" smtClean="0">
                <a:latin typeface="+mj-lt"/>
              </a:rPr>
              <a:t>.</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619690638"/>
      </p:ext>
    </p:extLst>
  </p:cSld>
  <p:clrMapOvr>
    <a:masterClrMapping/>
  </p:clrMapOvr>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smtClean="0">
                <a:latin typeface="Times New Roman" pitchFamily="18" charset="0"/>
                <a:cs typeface="Times New Roman" pitchFamily="18" charset="0"/>
              </a:rPr>
              <a:t>Thật</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là</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hạnh</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phúc</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cho</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ai</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khiêm</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cung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cho</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kẻ</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đơn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sơ</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tim</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luôn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ngây</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thơ</a:t>
            </a:r>
            <a:r>
              <a:rPr lang="en-US" sz="5400" b="1" dirty="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lòng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không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kiêu</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hãnh</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nhưng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luôn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trung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trinh</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mến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yêu</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một</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Chúa</a:t>
            </a:r>
            <a:r>
              <a:rPr lang="en-US" sz="5400" b="1" dirty="0" smtClean="0">
                <a:latin typeface="Times New Roman" pitchFamily="18" charset="0"/>
                <a:cs typeface="Times New Roman" pitchFamily="18" charset="0"/>
              </a:rPr>
              <a:t>. </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2805816325"/>
      </p:ext>
    </p:extLst>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57132"/>
            <a:ext cx="9144000" cy="7885022"/>
          </a:xfrm>
        </p:spPr>
        <p:txBody>
          <a:bodyPr>
            <a:noAutofit/>
          </a:bodyPr>
          <a:lstStyle/>
          <a:p>
            <a:pPr algn="just"/>
            <a:r>
              <a:rPr lang="en-US" sz="5400" b="1" dirty="0" err="1" smtClean="0">
                <a:latin typeface="Times New Roman" pitchFamily="18" charset="0"/>
                <a:cs typeface="Times New Roman" pitchFamily="18" charset="0"/>
              </a:rPr>
              <a:t>Sẽ</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được</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Thiên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Chúa</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yêu</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thương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yêu</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thương</a:t>
            </a:r>
            <a:r>
              <a:rPr lang="en-US" sz="5400" b="1" dirty="0" smtClean="0">
                <a:latin typeface="Times New Roman" pitchFamily="18" charset="0"/>
                <a:cs typeface="Times New Roman" pitchFamily="18" charset="0"/>
              </a:rPr>
              <a:t> ban </a:t>
            </a:r>
            <a:r>
              <a:rPr lang="en-US" sz="5400" b="1" dirty="0" err="1" smtClean="0">
                <a:latin typeface="Times New Roman" pitchFamily="18" charset="0"/>
                <a:cs typeface="Times New Roman" pitchFamily="18" charset="0"/>
              </a:rPr>
              <a:t>phúc</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thiên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niên</a:t>
            </a:r>
            <a:r>
              <a:rPr lang="en-US" sz="5400" b="1" dirty="0" smtClean="0">
                <a:latin typeface="Times New Roman" pitchFamily="18" charset="0"/>
                <a:cs typeface="Times New Roman" pitchFamily="18" charset="0"/>
              </a:rPr>
              <a:t> an </a:t>
            </a:r>
            <a:r>
              <a:rPr lang="en-US" sz="5400" b="1" dirty="0" err="1" smtClean="0">
                <a:latin typeface="Times New Roman" pitchFamily="18" charset="0"/>
                <a:cs typeface="Times New Roman" pitchFamily="18" charset="0"/>
              </a:rPr>
              <a:t>vui</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vô</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biên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vạn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ngày</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sẽ</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sống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sống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trong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tình</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yêu</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với</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thánh</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ân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huyền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siêu</a:t>
            </a:r>
            <a:r>
              <a:rPr lang="en-US" sz="5400" b="1" dirty="0" smtClean="0">
                <a:latin typeface="Times New Roman" pitchFamily="18" charset="0"/>
                <a:cs typeface="Times New Roman" pitchFamily="18" charset="0"/>
              </a:rPr>
              <a:t>.</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1231357763"/>
      </p:ext>
    </p:extLst>
  </p:cSld>
  <p:clrMapOvr>
    <a:masterClrMapping/>
  </p:clrMapOvr>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7219"/>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smtClean="0">
                <a:latin typeface="Times New Roman" panose="02020603050405020304" pitchFamily="18" charset="0"/>
                <a:cs typeface="Times New Roman" panose="02020603050405020304" pitchFamily="18" charset="0"/>
              </a:rPr>
              <a:t>Nguyện</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cho</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bình</a:t>
            </a:r>
            <a:r>
              <a:rPr lang="en-US" sz="5400" b="1" dirty="0" smtClean="0">
                <a:latin typeface="Times New Roman" panose="02020603050405020304" pitchFamily="18" charset="0"/>
                <a:cs typeface="Times New Roman" panose="02020603050405020304" pitchFamily="18" charset="0"/>
              </a:rPr>
              <a:t> an </a:t>
            </a:r>
            <a:r>
              <a:rPr lang="en-US" sz="5400" b="1" dirty="0" err="1" smtClean="0">
                <a:latin typeface="Times New Roman" panose="02020603050405020304" pitchFamily="18" charset="0"/>
                <a:cs typeface="Times New Roman" panose="02020603050405020304" pitchFamily="18" charset="0"/>
              </a:rPr>
              <a:t>của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Đức</a:t>
            </a:r>
            <a:r>
              <a:rPr lang="en-US" sz="5400" b="1" dirty="0" smtClean="0">
                <a:latin typeface="Times New Roman" panose="02020603050405020304" pitchFamily="18" charset="0"/>
                <a:cs typeface="Times New Roman" panose="02020603050405020304" pitchFamily="18" charset="0"/>
              </a:rPr>
              <a:t> Ki-</a:t>
            </a:r>
            <a:r>
              <a:rPr lang="en-US" sz="5400" b="1" dirty="0" err="1" smtClean="0">
                <a:latin typeface="Times New Roman" panose="02020603050405020304" pitchFamily="18" charset="0"/>
                <a:cs typeface="Times New Roman" panose="02020603050405020304" pitchFamily="18" charset="0"/>
              </a:rPr>
              <a:t>tô</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làm</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chủ</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trong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lòng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anh</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em</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Nguyện</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cho</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lời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Chúa</a:t>
            </a:r>
            <a:r>
              <a:rPr lang="en-US" sz="5400" b="1" dirty="0" smtClean="0">
                <a:latin typeface="Times New Roman" panose="02020603050405020304" pitchFamily="18" charset="0"/>
                <a:cs typeface="Times New Roman" panose="02020603050405020304" pitchFamily="18" charset="0"/>
              </a:rPr>
              <a:t> Ki-</a:t>
            </a:r>
            <a:r>
              <a:rPr lang="en-US" sz="5400" b="1" dirty="0" err="1" smtClean="0">
                <a:latin typeface="Times New Roman" panose="02020603050405020304" pitchFamily="18" charset="0"/>
                <a:cs typeface="Times New Roman" panose="02020603050405020304" pitchFamily="18" charset="0"/>
              </a:rPr>
              <a:t>tô</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cư</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ngụ</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dồi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dào</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trong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anh</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em</a:t>
            </a:r>
            <a:r>
              <a:rPr lang="en-US" sz="5400" b="1" dirty="0" smtClean="0">
                <a:latin typeface="Times New Roman" panose="02020603050405020304" pitchFamily="18" charset="0"/>
                <a:cs typeface="Times New Roman" panose="02020603050405020304" pitchFamily="18" charset="0"/>
              </a:rPr>
              <a:t>. All</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13849765"/>
      </p:ext>
    </p:extLst>
  </p:cSld>
  <p:clrMapOvr>
    <a:masterClrMapping/>
  </p:clrMapOvr>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THÁNH GIA THẤT (DCH)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9524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8954273"/>
      </p:ext>
    </p:extLst>
  </p:cSld>
  <p:clrMapOvr>
    <a:masterClrMapping/>
  </p:clrMapOv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219403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phẩm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đắm</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Dứt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tầng</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54281289"/>
      </p:ext>
    </p:extLst>
  </p:cSld>
  <p:clrMapOvr>
    <a:masterClrMapping/>
  </p:clrMapOvr>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5042"/>
            <a:ext cx="9144000" cy="5410200"/>
          </a:xfrm>
        </p:spPr>
        <p:txBody>
          <a:bodyPr>
            <a:noAutofit/>
          </a:bodyPr>
          <a:lstStyle/>
          <a:p>
            <a:pPr algn="just"/>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giọng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81281893"/>
      </p:ext>
    </p:extLst>
  </p:cSld>
  <p:clrMapOvr>
    <a:masterClrMapping/>
  </p:clrMapOvr>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CẦU XIN THÁNH GIA (489)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Giu</a:t>
            </a:r>
            <a:r>
              <a:rPr lang="en-US" sz="5400" b="1" dirty="0">
                <a:latin typeface="Times New Roman" panose="02020603050405020304" pitchFamily="18" charset="0"/>
                <a:cs typeface="Times New Roman" panose="02020603050405020304" pitchFamily="18" charset="0"/>
              </a:rPr>
              <a:t>-se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miền</a:t>
            </a:r>
            <a:r>
              <a:rPr lang="en-US" sz="5400" b="1" dirty="0">
                <a:latin typeface="Times New Roman" panose="02020603050405020304" pitchFamily="18" charset="0"/>
                <a:cs typeface="Times New Roman" panose="02020603050405020304" pitchFamily="18" charset="0"/>
              </a:rPr>
              <a:t> Na-da-</a:t>
            </a:r>
            <a:r>
              <a:rPr lang="en-US" sz="5400" b="1" dirty="0" err="1">
                <a:latin typeface="Times New Roman" panose="02020603050405020304" pitchFamily="18" charset="0"/>
                <a:cs typeface="Times New Roman" panose="02020603050405020304" pitchFamily="18" charset="0"/>
              </a:rPr>
              <a:t>rét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93446751"/>
      </p:ext>
    </p:extLst>
  </p:cSld>
  <p:clrMapOvr>
    <a:masterClrMapping/>
  </p:clrMapOvr>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CẦU XIN THÁNH GIA (489)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Cho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thuyền</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sóng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85067711"/>
      </p:ext>
    </p:extLst>
  </p:cSld>
  <p:clrMapOvr>
    <a:masterClrMapping/>
  </p:clrMapOvr>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C78445F-18CC-403C-BE0F-337DE12047E0}"/>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1BF46068-8E2C-4608-B732-CD57D295FE91}"/>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93758887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LÊN NÀO (362)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vi-VN" sz="5400" b="1" dirty="0">
                <a:latin typeface="+mj-lt"/>
              </a:rPr>
              <a:t>ĐK. Mau lên nào, mau lên nào, mau lên nào mục đồng ơi mau tới vì Chúa nay ra đời. Mau lên nào, mau lên nào, mau lên nào mục đồng ơi mau tới thờ kính Con Vua Trời</a:t>
            </a:r>
            <a:r>
              <a:rPr lang="vi-VN" sz="5400" b="1" dirty="0" smtClean="0">
                <a:latin typeface="+mj-lt"/>
              </a:rPr>
              <a:t>.</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308216522"/>
      </p:ext>
    </p:extLst>
  </p:cSld>
  <p:clrMapOvr>
    <a:masterClrMapping/>
  </p:clrMapOvr>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LÊN NÀO (362)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57075"/>
            <a:ext cx="9144000" cy="4219339"/>
          </a:xfrm>
        </p:spPr>
        <p:txBody>
          <a:bodyPr>
            <a:noAutofit/>
          </a:bodyPr>
          <a:lstStyle/>
          <a:p>
            <a:pPr algn="just"/>
            <a:r>
              <a:rPr lang="vi-VN" sz="5400" b="1" dirty="0" smtClean="0">
                <a:latin typeface="+mj-lt"/>
              </a:rPr>
              <a:t>1</a:t>
            </a:r>
            <a:r>
              <a:rPr lang="vi-VN" sz="5400" b="1" dirty="0">
                <a:latin typeface="+mj-lt"/>
              </a:rPr>
              <a:t>. Các mục đồng vừa tới nơi đã gặp bà Maria và Thánh Giuse, người </a:t>
            </a:r>
            <a:r>
              <a:rPr lang="vi-VN" sz="5400" b="1">
                <a:latin typeface="+mj-lt"/>
              </a:rPr>
              <a:t>dưỡng </a:t>
            </a:r>
            <a:r>
              <a:rPr lang="vi-VN" sz="5400" b="1" smtClean="0">
                <a:latin typeface="+mj-lt"/>
              </a:rPr>
              <a:t>nuôi</a:t>
            </a:r>
            <a:r>
              <a:rPr lang="en-US" sz="5400" b="1" smtClean="0">
                <a:latin typeface="+mj-lt"/>
              </a:rPr>
              <a:t> </a:t>
            </a:r>
            <a:r>
              <a:rPr lang="en-US" sz="5400" b="1" smtClean="0">
                <a:latin typeface="Times New Roman" pitchFamily="18" charset="0"/>
                <a:cs typeface="Times New Roman" pitchFamily="18" charset="0"/>
              </a:rPr>
              <a:t>thấy</a:t>
            </a:r>
            <a:r>
              <a:rPr lang="vi-VN" sz="5400" b="1" smtClean="0">
                <a:latin typeface="+mj-lt"/>
              </a:rPr>
              <a:t> </a:t>
            </a:r>
            <a:r>
              <a:rPr lang="vi-VN" sz="5400" b="1" dirty="0">
                <a:latin typeface="+mj-lt"/>
              </a:rPr>
              <a:t>bé thơ bọc trong khăn</a:t>
            </a:r>
            <a:r>
              <a:rPr lang="vi-VN" sz="5400" b="1" dirty="0" smtClean="0">
                <a:latin typeface="+mj-lt"/>
              </a:rPr>
              <a:t>.</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862637357"/>
      </p:ext>
    </p:extLst>
  </p:cSld>
  <p:clrMapOvr>
    <a:masterClrMapping/>
  </p:clrMapOvr>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LÊN NÀO (362)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vi-VN" sz="5400" b="1" dirty="0">
                <a:latin typeface="+mj-lt"/>
              </a:rPr>
              <a:t>ĐK. Mau lên nào, mau lên nào, mau lên nào mục đồng ơi mau tới vì Chúa nay ra đời. Mau lên nào, mau lên nào, mau lên nào mục đồng ơi mau tới thờ kính Con Vua Trời</a:t>
            </a:r>
            <a:r>
              <a:rPr lang="vi-VN" sz="5400" b="1" dirty="0" smtClean="0">
                <a:latin typeface="+mj-lt"/>
              </a:rPr>
              <a:t>.</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368543649"/>
      </p:ext>
    </p:extLst>
  </p:cSld>
  <p:clrMapOvr>
    <a:masterClrMapping/>
  </p:clrMapOvr>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LÊN NÀO (362)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57075"/>
            <a:ext cx="9144000" cy="4219339"/>
          </a:xfrm>
        </p:spPr>
        <p:txBody>
          <a:bodyPr>
            <a:noAutofit/>
          </a:bodyPr>
          <a:lstStyle/>
          <a:p>
            <a:pPr algn="just"/>
            <a:r>
              <a:rPr lang="vi-VN" sz="5400" b="1" dirty="0" smtClean="0">
                <a:latin typeface="+mj-lt"/>
              </a:rPr>
              <a:t>2</a:t>
            </a:r>
            <a:r>
              <a:rPr lang="vi-VN" sz="5400" b="1" dirty="0">
                <a:latin typeface="+mj-lt"/>
              </a:rPr>
              <a:t>. Các mục đồng về xóm thôn đã ca tụng Thiên Chúa luôn và báo cho dân được biết tin: Chúa đã sinh tại </a:t>
            </a:r>
            <a:r>
              <a:rPr lang="vi-VN" sz="5400" b="1" dirty="0" smtClean="0">
                <a:latin typeface="+mj-lt"/>
              </a:rPr>
              <a:t>Bê</a:t>
            </a:r>
            <a:r>
              <a:rPr lang="en-US" sz="5400" b="1" dirty="0" smtClean="0">
                <a:latin typeface="+mj-lt"/>
              </a:rPr>
              <a:t>-</a:t>
            </a:r>
            <a:r>
              <a:rPr lang="vi-VN" sz="5400" b="1" dirty="0" smtClean="0">
                <a:latin typeface="+mj-lt"/>
              </a:rPr>
              <a:t>lem</a:t>
            </a:r>
            <a:r>
              <a:rPr lang="vi-VN" sz="5400" b="1" dirty="0">
                <a:latin typeface="+mj-lt"/>
              </a:rPr>
              <a:t>.</a:t>
            </a:r>
            <a:br>
              <a:rPr lang="vi-VN" sz="5400" b="1" dirty="0">
                <a:latin typeface="+mj-lt"/>
              </a:rPr>
            </a:b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99657218"/>
      </p:ext>
    </p:extLst>
  </p:cSld>
  <p:clrMapOvr>
    <a:masterClrMapping/>
  </p:clrMapOvr>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MAU LÊN NÀO (362)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vi-VN" sz="5400" b="1" dirty="0">
                <a:latin typeface="+mj-lt"/>
              </a:rPr>
              <a:t>ĐK. Mau lên nào, mau lên nào, mau lên nào mục đồng ơi mau tới vì Chúa nay ra đời. Mau lên nào, mau lên nào, mau lên nào mục đồng ơi mau tới thờ kính Con Vua Trời</a:t>
            </a:r>
            <a:r>
              <a:rPr lang="vi-VN" sz="5400" b="1" dirty="0" smtClean="0">
                <a:latin typeface="+mj-lt"/>
              </a:rPr>
              <a:t>.</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2960739"/>
      </p:ext>
    </p:extLst>
  </p:cSld>
  <p:clrMapOvr>
    <a:masterClrMapping/>
  </p:clrMapOvr>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smtClean="0">
                <a:latin typeface="Times New Roman" pitchFamily="18" charset="0"/>
                <a:cs typeface="Times New Roman" pitchFamily="18" charset="0"/>
              </a:rPr>
              <a:t>Thật</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là</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hạnh</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phúc</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cho</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ai</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khiêm</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cung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cho</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kẻ</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đơn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sơ</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tim</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luôn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ngây</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thơ</a:t>
            </a:r>
            <a:r>
              <a:rPr lang="en-US" sz="5400" b="1" dirty="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lòng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không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kiêu</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hãnh</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nhưng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luôn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trung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trinh</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mến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yêu</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một</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Chúa</a:t>
            </a:r>
            <a:r>
              <a:rPr lang="en-US" sz="5400" b="1" dirty="0" smtClean="0">
                <a:latin typeface="Times New Roman" pitchFamily="18" charset="0"/>
                <a:cs typeface="Times New Roman" pitchFamily="18" charset="0"/>
              </a:rPr>
              <a:t>. </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4117629888"/>
      </p:ext>
    </p:extLst>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57132"/>
            <a:ext cx="9144000" cy="7885022"/>
          </a:xfrm>
        </p:spPr>
        <p:txBody>
          <a:bodyPr>
            <a:noAutofit/>
          </a:bodyPr>
          <a:lstStyle/>
          <a:p>
            <a:pPr algn="just"/>
            <a:r>
              <a:rPr lang="en-US" sz="5400" b="1" dirty="0" err="1" smtClean="0">
                <a:latin typeface="Times New Roman" pitchFamily="18" charset="0"/>
                <a:cs typeface="Times New Roman" pitchFamily="18" charset="0"/>
              </a:rPr>
              <a:t>Sẽ</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được</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Thiên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Chúa</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yêu</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thương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yêu</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thương</a:t>
            </a:r>
            <a:r>
              <a:rPr lang="en-US" sz="5400" b="1" dirty="0" smtClean="0">
                <a:latin typeface="Times New Roman" pitchFamily="18" charset="0"/>
                <a:cs typeface="Times New Roman" pitchFamily="18" charset="0"/>
              </a:rPr>
              <a:t> ban </a:t>
            </a:r>
            <a:r>
              <a:rPr lang="en-US" sz="5400" b="1" dirty="0" err="1" smtClean="0">
                <a:latin typeface="Times New Roman" pitchFamily="18" charset="0"/>
                <a:cs typeface="Times New Roman" pitchFamily="18" charset="0"/>
              </a:rPr>
              <a:t>phúc</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thiên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niên</a:t>
            </a:r>
            <a:r>
              <a:rPr lang="en-US" sz="5400" b="1" dirty="0" smtClean="0">
                <a:latin typeface="Times New Roman" pitchFamily="18" charset="0"/>
                <a:cs typeface="Times New Roman" pitchFamily="18" charset="0"/>
              </a:rPr>
              <a:t> an </a:t>
            </a:r>
            <a:r>
              <a:rPr lang="en-US" sz="5400" b="1" dirty="0" err="1" smtClean="0">
                <a:latin typeface="Times New Roman" pitchFamily="18" charset="0"/>
                <a:cs typeface="Times New Roman" pitchFamily="18" charset="0"/>
              </a:rPr>
              <a:t>vui</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vô</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biên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vạn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ngày</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sẽ</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sống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sống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trong</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tình</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yêu</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với</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thánh</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ân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huyền</a:t>
            </a:r>
            <a:r>
              <a:rPr lang="en-US" sz="5400" b="1" dirty="0" smtClean="0">
                <a:latin typeface="Times New Roman" pitchFamily="18" charset="0"/>
                <a:cs typeface="Times New Roman" pitchFamily="18" charset="0"/>
              </a:rPr>
              <a:t> </a:t>
            </a:r>
            <a:r>
              <a:rPr lang="en-US" sz="5400" b="1" dirty="0" err="1" smtClean="0">
                <a:latin typeface="Times New Roman" pitchFamily="18" charset="0"/>
                <a:cs typeface="Times New Roman" pitchFamily="18" charset="0"/>
              </a:rPr>
              <a:t>siêu</a:t>
            </a:r>
            <a:r>
              <a:rPr lang="en-US" sz="5400" b="1" dirty="0" smtClean="0">
                <a:latin typeface="Times New Roman" pitchFamily="18" charset="0"/>
                <a:cs typeface="Times New Roman" pitchFamily="18" charset="0"/>
              </a:rPr>
              <a:t>.</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4208621414"/>
      </p:ext>
    </p:extLst>
  </p:cSld>
  <p:clrMapOvr>
    <a:masterClrMapping/>
  </p:clrMapOvr>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7219"/>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smtClean="0">
                <a:latin typeface="Times New Roman" panose="02020603050405020304" pitchFamily="18" charset="0"/>
                <a:cs typeface="Times New Roman" panose="02020603050405020304" pitchFamily="18" charset="0"/>
              </a:rPr>
              <a:t>Nguyện</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cho</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bình</a:t>
            </a:r>
            <a:r>
              <a:rPr lang="en-US" sz="5400" b="1" dirty="0" smtClean="0">
                <a:latin typeface="Times New Roman" panose="02020603050405020304" pitchFamily="18" charset="0"/>
                <a:cs typeface="Times New Roman" panose="02020603050405020304" pitchFamily="18" charset="0"/>
              </a:rPr>
              <a:t> an </a:t>
            </a:r>
            <a:r>
              <a:rPr lang="en-US" sz="5400" b="1" dirty="0" err="1" smtClean="0">
                <a:latin typeface="Times New Roman" panose="02020603050405020304" pitchFamily="18" charset="0"/>
                <a:cs typeface="Times New Roman" panose="02020603050405020304" pitchFamily="18" charset="0"/>
              </a:rPr>
              <a:t>của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Đức</a:t>
            </a:r>
            <a:r>
              <a:rPr lang="en-US" sz="5400" b="1" dirty="0" smtClean="0">
                <a:latin typeface="Times New Roman" panose="02020603050405020304" pitchFamily="18" charset="0"/>
                <a:cs typeface="Times New Roman" panose="02020603050405020304" pitchFamily="18" charset="0"/>
              </a:rPr>
              <a:t> Ki-</a:t>
            </a:r>
            <a:r>
              <a:rPr lang="en-US" sz="5400" b="1" dirty="0" err="1" smtClean="0">
                <a:latin typeface="Times New Roman" panose="02020603050405020304" pitchFamily="18" charset="0"/>
                <a:cs typeface="Times New Roman" panose="02020603050405020304" pitchFamily="18" charset="0"/>
              </a:rPr>
              <a:t>tô</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làm</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chủ</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trong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lòng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anh</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em</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Nguyện</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cho</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lời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Chúa</a:t>
            </a:r>
            <a:r>
              <a:rPr lang="en-US" sz="5400" b="1" dirty="0" smtClean="0">
                <a:latin typeface="Times New Roman" panose="02020603050405020304" pitchFamily="18" charset="0"/>
                <a:cs typeface="Times New Roman" panose="02020603050405020304" pitchFamily="18" charset="0"/>
              </a:rPr>
              <a:t> Ki-</a:t>
            </a:r>
            <a:r>
              <a:rPr lang="en-US" sz="5400" b="1" dirty="0" err="1" smtClean="0">
                <a:latin typeface="Times New Roman" panose="02020603050405020304" pitchFamily="18" charset="0"/>
                <a:cs typeface="Times New Roman" panose="02020603050405020304" pitchFamily="18" charset="0"/>
              </a:rPr>
              <a:t>tô</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cư</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ngụ</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dồi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dào</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trong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anh</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em</a:t>
            </a:r>
            <a:r>
              <a:rPr lang="en-US" sz="5400" b="1" dirty="0" smtClean="0">
                <a:latin typeface="Times New Roman" panose="02020603050405020304" pitchFamily="18" charset="0"/>
                <a:cs typeface="Times New Roman" panose="02020603050405020304" pitchFamily="18" charset="0"/>
              </a:rPr>
              <a:t>. All</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THÁNH GIA THẤT (DCH)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9524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ê </a:t>
            </a:r>
            <a:r>
              <a:rPr lang="en-US" sz="5400" b="1" dirty="0" err="1">
                <a:latin typeface="Times New Roman" panose="02020603050405020304" pitchFamily="18" charset="0"/>
                <a:cs typeface="Times New Roman" panose="02020603050405020304" pitchFamily="18" charset="0"/>
              </a:rPr>
              <a:t>chề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nuôi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bôn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249791"/>
      </p:ext>
    </p:extLst>
  </p:cSld>
  <p:clrMapOvr>
    <a:masterClrMapping/>
  </p:clrMapOvr>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THÁNH GIA THẤT (DCH)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9524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04870265"/>
      </p:ext>
    </p:extLst>
  </p:cSld>
  <p:clrMapOvr>
    <a:masterClrMapping/>
  </p:clrMapOvr>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THÁNH GIA THẤT (DCH)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9524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cha lo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Đẹp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48878426"/>
      </p:ext>
    </p:extLst>
  </p:cSld>
  <p:clrMapOvr>
    <a:masterClrMapping/>
  </p:clrMapOvr>
  <p:transition/>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THÁNH GIA THẤT (DCH)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9524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6105532"/>
      </p:ext>
    </p:extLst>
  </p:cSld>
  <p:clrMapOvr>
    <a:masterClrMapping/>
  </p:clrMapOvr>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89616"/>
            <a:ext cx="9144000" cy="4641273"/>
          </a:xfrm>
        </p:spPr>
        <p:txBody>
          <a:bodyPr>
            <a:noAutofit/>
          </a:bodyPr>
          <a:lstStyle/>
          <a:p>
            <a:pPr algn="just"/>
            <a:r>
              <a:rPr lang="en-US" sz="5400" b="1" dirty="0" err="1" smtClean="0">
                <a:latin typeface="Times New Roman" panose="02020603050405020304" pitchFamily="18" charset="0"/>
                <a:cs typeface="Times New Roman" panose="02020603050405020304" pitchFamily="18" charset="0"/>
              </a:rPr>
              <a:t>Thiên</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Chúa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chúng</a:t>
            </a:r>
            <a:r>
              <a:rPr lang="en-US" sz="5400" b="1" dirty="0" smtClean="0">
                <a:latin typeface="Times New Roman" panose="02020603050405020304" pitchFamily="18" charset="0"/>
                <a:cs typeface="Times New Roman" panose="02020603050405020304" pitchFamily="18" charset="0"/>
              </a:rPr>
              <a:t> ta </a:t>
            </a:r>
            <a:r>
              <a:rPr lang="en-US" sz="5400" b="1" dirty="0" err="1" smtClean="0">
                <a:latin typeface="Times New Roman" panose="02020603050405020304" pitchFamily="18" charset="0"/>
                <a:cs typeface="Times New Roman" panose="02020603050405020304" pitchFamily="18" charset="0"/>
              </a:rPr>
              <a:t>xuất</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hiện</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trên</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mặt</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đất</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và</a:t>
            </a:r>
            <a:r>
              <a:rPr lang="en-US" sz="5400" b="1" dirty="0" smtClean="0">
                <a:latin typeface="Times New Roman" panose="02020603050405020304" pitchFamily="18" charset="0"/>
                <a:cs typeface="Times New Roman" panose="02020603050405020304" pitchFamily="18" charset="0"/>
              </a:rPr>
              <a:t> ở </a:t>
            </a:r>
            <a:r>
              <a:rPr lang="en-US" sz="5400" b="1" dirty="0" err="1" smtClean="0">
                <a:latin typeface="Times New Roman" panose="02020603050405020304" pitchFamily="18" charset="0"/>
                <a:cs typeface="Times New Roman" panose="02020603050405020304" pitchFamily="18" charset="0"/>
              </a:rPr>
              <a:t>lại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sống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với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loài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người</a:t>
            </a:r>
            <a:r>
              <a:rPr lang="en-US" sz="5400" b="1" dirty="0" smtClean="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00959"/>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Hội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quốc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đắm</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nghiêm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dứt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Giọng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du </a:t>
            </a:r>
            <a:r>
              <a:rPr lang="en-US" sz="5400" b="1" dirty="0" err="1">
                <a:latin typeface="Times New Roman" pitchFamily="18" charset="0"/>
                <a:cs typeface="Times New Roman" pitchFamily="18" charset="0"/>
              </a:rPr>
              <a:t>dương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ngần</a:t>
            </a:r>
            <a:r>
              <a:rPr lang="en-US" sz="5400" b="1" dirty="0">
                <a:latin typeface="Times New Roman" pitchFamily="18" charset="0"/>
                <a:cs typeface="Times New Roman" pitchFamily="18" charset="0"/>
              </a:rPr>
              <a:t>. Ru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Nhi</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48752376"/>
      </p:ext>
    </p:extLst>
  </p:cSld>
  <p:clrMapOvr>
    <a:masterClrMapping/>
  </p:clrMapOvr>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219403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phẩm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đắm</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Dứt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tầng</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72345949"/>
      </p:ext>
    </p:extLst>
  </p:cSld>
  <p:clrMapOvr>
    <a:masterClrMapping/>
  </p:clrMapOvr>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5042"/>
            <a:ext cx="9144000" cy="5410200"/>
          </a:xfrm>
        </p:spPr>
        <p:txBody>
          <a:bodyPr>
            <a:noAutofit/>
          </a:bodyPr>
          <a:lstStyle/>
          <a:p>
            <a:pPr algn="just"/>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giọng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72926630"/>
      </p:ext>
    </p:extLst>
  </p:cSld>
  <p:clrMapOvr>
    <a:masterClrMapping/>
  </p:clrMapOvr>
  <p:transition/>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4228"/>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Quỳ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rực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tựa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tai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than.</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24487563"/>
      </p:ext>
    </p:extLst>
  </p:cSld>
  <p:clrMapOvr>
    <a:masterClrMapping/>
  </p:clrMapOvr>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219403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phẩm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đắm</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Dứt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tầng</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364446989"/>
      </p:ext>
    </p:extLst>
  </p:cSld>
  <p:clrMapOvr>
    <a:masterClrMapping/>
  </p:clrMapOvr>
  <p:transition/>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5042"/>
            <a:ext cx="9144000" cy="5410200"/>
          </a:xfrm>
        </p:spPr>
        <p:txBody>
          <a:bodyPr>
            <a:noAutofit/>
          </a:bodyPr>
          <a:lstStyle/>
          <a:p>
            <a:pPr algn="just"/>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giọng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7509262"/>
      </p:ext>
    </p:extLst>
  </p:cSld>
  <p:clrMapOvr>
    <a:masterClrMapping/>
  </p:clrMapOvr>
  <p:transition/>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0448"/>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ngắm</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mỉm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thở</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lửa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đốt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thôi</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129813185"/>
      </p:ext>
    </p:extLst>
  </p:cSld>
  <p:clrMapOvr>
    <a:masterClrMapping/>
  </p:clrMapOvr>
  <p:transition/>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219403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phẩm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đắm</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Dứt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tầng</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2024495"/>
      </p:ext>
    </p:extLst>
  </p:cSld>
  <p:clrMapOvr>
    <a:masterClrMapping/>
  </p:clrMapOvr>
  <p:transition/>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5042"/>
            <a:ext cx="9144000" cy="5410200"/>
          </a:xfrm>
        </p:spPr>
        <p:txBody>
          <a:bodyPr>
            <a:noAutofit/>
          </a:bodyPr>
          <a:lstStyle/>
          <a:p>
            <a:pPr algn="just"/>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giọng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14508152"/>
      </p:ext>
    </p:extLst>
  </p:cSld>
  <p:clrMapOvr>
    <a:masterClrMapping/>
  </p:clrMapOvr>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0448"/>
            <a:ext cx="9144000" cy="5410200"/>
          </a:xfrm>
        </p:spPr>
        <p:txBody>
          <a:bodyPr>
            <a:noAutofit/>
          </a:bodyPr>
          <a:lstStyle/>
          <a:p>
            <a:pPr algn="just"/>
            <a:r>
              <a:rPr lang="en-US" sz="5400" b="1" dirty="0">
                <a:latin typeface="Times New Roman" pitchFamily="18" charset="0"/>
                <a:cs typeface="Times New Roman" pitchFamily="18" charset="0"/>
              </a:rPr>
              <a:t>4. </a:t>
            </a:r>
            <a:r>
              <a:rPr lang="en-US" sz="5400" b="1" dirty="0" err="1">
                <a:latin typeface="Times New Roman" pitchFamily="18" charset="0"/>
                <a:cs typeface="Times New Roman" pitchFamily="18" charset="0"/>
              </a:rPr>
              <a:t>Sự</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ngắm</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đàng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vẫn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lửa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1221796"/>
      </p:ext>
    </p:extLst>
  </p:cSld>
  <p:clrMapOvr>
    <a:masterClrMapping/>
  </p:clrMapOvr>
  <p:transition/>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219403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phẩm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đắm</a:t>
            </a:r>
            <a:r>
              <a:rPr lang="en-US" sz="5400" b="1" dirty="0">
                <a:latin typeface="Times New Roman" pitchFamily="18" charset="0"/>
                <a:cs typeface="Times New Roman" pitchFamily="18" charset="0"/>
              </a:rPr>
              <a:t> say. </a:t>
            </a:r>
            <a:r>
              <a:rPr lang="en-US" sz="5400" b="1" dirty="0" err="1">
                <a:latin typeface="Times New Roman" pitchFamily="18" charset="0"/>
                <a:cs typeface="Times New Roman" pitchFamily="18" charset="0"/>
              </a:rPr>
              <a:t>Dứt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cung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im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tầng</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95288785"/>
      </p:ext>
    </p:extLst>
  </p:cSld>
  <p:clrMapOvr>
    <a:masterClrMapping/>
  </p:clrMapOvr>
  <p:transition/>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5042"/>
            <a:ext cx="9144000" cy="5410200"/>
          </a:xfrm>
        </p:spPr>
        <p:txBody>
          <a:bodyPr>
            <a:noAutofit/>
          </a:bodyPr>
          <a:lstStyle/>
          <a:p>
            <a:pPr algn="just"/>
            <a:r>
              <a:rPr lang="en-US" sz="5400" b="1" dirty="0" err="1">
                <a:latin typeface="Times New Roman" pitchFamily="18" charset="0"/>
                <a:cs typeface="Times New Roman" pitchFamily="18" charset="0"/>
              </a:rPr>
              <a:t>Khi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Đức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hèn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giọng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HỘI NHẠC THIÊN QUỐC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86964604"/>
      </p:ext>
    </p:extLst>
  </p:cSld>
  <p:clrMapOvr>
    <a:masterClrMapping/>
  </p:clrMapOvr>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4023603613"/>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5992"/>
            <a:ext cx="9144000" cy="5410200"/>
          </a:xfrm>
        </p:spPr>
        <p:txBody>
          <a:bodyPr>
            <a:noAutofit/>
          </a:bodyPr>
          <a:lstStyle/>
          <a:p>
            <a:pPr algn="just"/>
            <a:r>
              <a:rPr lang="vi-VN" sz="5400" b="1" dirty="0">
                <a:latin typeface="+mj-lt"/>
              </a:rPr>
              <a:t>1. Mùa đông năm ấy sao sáng soi cuối trời. Mùa đông năm ấy Con Chúa sinh xuống đời. Nhịp ca véo von bao thiên thần vang hát. Tôn thờ Ngôi Hai </a:t>
            </a:r>
            <a:r>
              <a:rPr lang="vi-VN" sz="5400" b="1" dirty="0" smtClean="0">
                <a:latin typeface="+mj-lt"/>
              </a:rPr>
              <a:t>gi</a:t>
            </a:r>
            <a:r>
              <a:rPr lang="en-US" sz="5400" b="1" dirty="0" err="1" smtClean="0">
                <a:latin typeface="Tiffany" panose="02020500000000000000" pitchFamily="18" charset="0"/>
                <a:ea typeface="Tiffany" panose="02020500000000000000" pitchFamily="18" charset="0"/>
                <a:cs typeface="Tiffany" panose="02020500000000000000" pitchFamily="18" charset="0"/>
              </a:rPr>
              <a:t>áng</a:t>
            </a:r>
            <a:r>
              <a:rPr lang="en-US" sz="5400" b="1" dirty="0" smtClean="0">
                <a:latin typeface="Tiffany" panose="02020500000000000000" pitchFamily="18" charset="0"/>
                <a:ea typeface="Tiffany" panose="02020500000000000000" pitchFamily="18" charset="0"/>
                <a:cs typeface="Tiffany" panose="02020500000000000000" pitchFamily="18" charset="0"/>
              </a:rPr>
              <a:t> </a:t>
            </a:r>
            <a:r>
              <a:rPr lang="en-US" sz="5400" b="1" dirty="0" err="1" smtClean="0">
                <a:latin typeface="Tiffany" panose="02020500000000000000" pitchFamily="18" charset="0"/>
                <a:ea typeface="Tiffany" panose="02020500000000000000" pitchFamily="18" charset="0"/>
                <a:cs typeface="Tiffany" panose="02020500000000000000" pitchFamily="18" charset="0"/>
              </a:rPr>
              <a:t>lâm</a:t>
            </a:r>
            <a:r>
              <a:rPr lang="vi-VN" sz="5400" b="1" dirty="0" smtClean="0">
                <a:latin typeface="Tiffany" panose="02020500000000000000" pitchFamily="18" charset="0"/>
                <a:ea typeface="Tiffany" panose="02020500000000000000" pitchFamily="18" charset="0"/>
                <a:cs typeface="Tiffany" panose="02020500000000000000" pitchFamily="18" charset="0"/>
              </a:rPr>
              <a:t> </a:t>
            </a:r>
            <a:r>
              <a:rPr lang="vi-VN" sz="5400" b="1" dirty="0">
                <a:latin typeface="+mj-lt"/>
              </a:rPr>
              <a:t>trần ai. </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1800" dirty="0" smtClean="0">
                <a:solidFill>
                  <a:srgbClr val="FF0000"/>
                </a:solidFill>
                <a:latin typeface="Times New Roman" pitchFamily="18" charset="0"/>
                <a:cs typeface="Times New Roman"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MÙA ĐÔNG NĂM ẤY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70368031"/>
      </p:ext>
    </p:extLst>
  </p:cSld>
  <p:clrMapOvr>
    <a:masterClrMapping/>
  </p:clrMapOvr>
  <p:transition/>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6442"/>
            <a:ext cx="9144000" cy="5410200"/>
          </a:xfrm>
        </p:spPr>
        <p:txBody>
          <a:bodyPr>
            <a:noAutofit/>
          </a:bodyPr>
          <a:lstStyle/>
          <a:p>
            <a:pPr algn="just"/>
            <a:r>
              <a:rPr lang="vi-VN" sz="5400" b="1" dirty="0" smtClean="0">
                <a:latin typeface="+mj-lt"/>
              </a:rPr>
              <a:t>Con </a:t>
            </a:r>
            <a:r>
              <a:rPr lang="vi-VN" sz="5400" b="1" dirty="0">
                <a:latin typeface="+mj-lt"/>
              </a:rPr>
              <a:t>hợp với thiên thần hòa vang câu hát, con hợp với thiên thần hòa vang câu hát, mừng sinh nhật Chúa vinh quang, mừng sinh nhật Ðấng yêu đương. Sinh nhật từ ái sáng như công bình</a:t>
            </a:r>
            <a:r>
              <a:rPr lang="vi-VN" sz="5400" b="1" dirty="0" smtClean="0">
                <a:latin typeface="+mj-lt"/>
              </a:rPr>
              <a:t>.</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1800" dirty="0" smtClean="0">
                <a:solidFill>
                  <a:srgbClr val="FF0000"/>
                </a:solidFill>
                <a:latin typeface="Times New Roman" pitchFamily="18" charset="0"/>
                <a:cs typeface="Times New Roman"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MÙA ĐÔNG NĂM ẤY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19351818"/>
      </p:ext>
    </p:extLst>
  </p:cSld>
  <p:clrMapOvr>
    <a:masterClrMapping/>
  </p:clrMapOvr>
  <p:transition/>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5992"/>
            <a:ext cx="9144000" cy="5410200"/>
          </a:xfrm>
        </p:spPr>
        <p:txBody>
          <a:bodyPr>
            <a:noAutofit/>
          </a:bodyPr>
          <a:lstStyle/>
          <a:p>
            <a:pPr algn="just"/>
            <a:r>
              <a:rPr lang="vi-VN" sz="5400" b="1" dirty="0">
                <a:latin typeface="+mj-lt"/>
              </a:rPr>
              <a:t>2. Mùa đông năm ấy vui tiếng ca nhịp nhàng. Mùa đông năm ấy theo ánh sao huy hoàng. Tìm hang Belem những mục đồng mau bước. Tôn thờ Ngôi Hai </a:t>
            </a:r>
            <a:r>
              <a:rPr lang="vi-VN" sz="5400" b="1" dirty="0" smtClean="0">
                <a:latin typeface="+mj-lt"/>
              </a:rPr>
              <a:t>giáng</a:t>
            </a:r>
            <a:r>
              <a:rPr lang="en-US" sz="5400" b="1" dirty="0" smtClean="0">
                <a:latin typeface="+mj-lt"/>
              </a:rPr>
              <a:t> </a:t>
            </a:r>
            <a:r>
              <a:rPr lang="en-US" sz="5400" b="1" dirty="0" err="1" smtClean="0">
                <a:latin typeface="Times New Roman" panose="02020603050405020304" pitchFamily="18" charset="0"/>
                <a:cs typeface="Times New Roman" panose="02020603050405020304" pitchFamily="18" charset="0"/>
              </a:rPr>
              <a:t>lâm</a:t>
            </a:r>
            <a:r>
              <a:rPr lang="vi-VN" sz="5400" b="1" dirty="0" smtClean="0">
                <a:latin typeface="+mj-lt"/>
              </a:rPr>
              <a:t> trần </a:t>
            </a:r>
            <a:r>
              <a:rPr lang="vi-VN" sz="5400" b="1" dirty="0">
                <a:latin typeface="+mj-lt"/>
              </a:rPr>
              <a:t>ai.</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1800" dirty="0" smtClean="0">
                <a:solidFill>
                  <a:srgbClr val="FF0000"/>
                </a:solidFill>
                <a:latin typeface="Times New Roman" pitchFamily="18" charset="0"/>
                <a:cs typeface="Times New Roman"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MÙA ĐÔNG NĂM ẤY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85190134"/>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6442"/>
            <a:ext cx="9144000" cy="5410200"/>
          </a:xfrm>
        </p:spPr>
        <p:txBody>
          <a:bodyPr>
            <a:noAutofit/>
          </a:bodyPr>
          <a:lstStyle/>
          <a:p>
            <a:pPr algn="just"/>
            <a:r>
              <a:rPr lang="vi-VN" sz="5400" b="1" dirty="0" smtClean="0">
                <a:latin typeface="+mj-lt"/>
              </a:rPr>
              <a:t>Con </a:t>
            </a:r>
            <a:r>
              <a:rPr lang="vi-VN" sz="5400" b="1" dirty="0">
                <a:latin typeface="+mj-lt"/>
              </a:rPr>
              <a:t>hợp với mục đồng cùng thờ lạy Chúa. Con hợp với mục đồng cùng thờ lạy Chúa. Mừng sinh nhật Ðấng Cứu Tinh. Mừng sinh nhật Ðấng uy linh. Sinh nhật, ngày Chúa xuống ơn thái bình</a:t>
            </a:r>
            <a:r>
              <a:rPr lang="vi-VN" sz="5400" b="1" dirty="0" smtClean="0">
                <a:latin typeface="+mj-lt"/>
              </a:rPr>
              <a:t>.</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1800" dirty="0" smtClean="0">
                <a:solidFill>
                  <a:srgbClr val="FF0000"/>
                </a:solidFill>
                <a:latin typeface="Times New Roman" pitchFamily="18" charset="0"/>
                <a:cs typeface="Times New Roman"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MÙA ĐÔNG NĂM ẤY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8975805"/>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5992"/>
            <a:ext cx="9144000" cy="5410200"/>
          </a:xfrm>
        </p:spPr>
        <p:txBody>
          <a:bodyPr>
            <a:noAutofit/>
          </a:bodyPr>
          <a:lstStyle/>
          <a:p>
            <a:pPr algn="just"/>
            <a:r>
              <a:rPr lang="vi-VN" sz="5400" b="1" dirty="0">
                <a:latin typeface="+mj-lt"/>
              </a:rPr>
              <a:t>3. Mùa đông năm ấy quên lắng lo ưu phiền. Mẹ Maria âu yếm cung kính nhìn. Nhìn Con mới sinh dâng tấm lòng kính mến. Tôn thờ Ngôi Hai giáng </a:t>
            </a:r>
            <a:r>
              <a:rPr lang="en-US" sz="5400" b="1" dirty="0" err="1" smtClean="0">
                <a:latin typeface="Times New Roman" panose="02020603050405020304" pitchFamily="18" charset="0"/>
                <a:cs typeface="Times New Roman" panose="02020603050405020304" pitchFamily="18" charset="0"/>
              </a:rPr>
              <a:t>lâm</a:t>
            </a:r>
            <a:r>
              <a:rPr lang="vi-VN" sz="5400" b="1" dirty="0" smtClean="0">
                <a:latin typeface="+mj-lt"/>
              </a:rPr>
              <a:t> </a:t>
            </a:r>
            <a:r>
              <a:rPr lang="vi-VN" sz="5400" b="1" dirty="0">
                <a:latin typeface="+mj-lt"/>
              </a:rPr>
              <a:t>trần ai.</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1800" dirty="0" smtClean="0">
                <a:solidFill>
                  <a:srgbClr val="FF0000"/>
                </a:solidFill>
                <a:latin typeface="Times New Roman" pitchFamily="18" charset="0"/>
                <a:cs typeface="Times New Roman"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MÙA ĐÔNG NĂM ẤY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154695569"/>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6442"/>
            <a:ext cx="9144000" cy="5410200"/>
          </a:xfrm>
        </p:spPr>
        <p:txBody>
          <a:bodyPr>
            <a:noAutofit/>
          </a:bodyPr>
          <a:lstStyle/>
          <a:p>
            <a:pPr algn="just"/>
            <a:r>
              <a:rPr lang="vi-VN" sz="5400" b="1" dirty="0" smtClean="0">
                <a:latin typeface="+mj-lt"/>
              </a:rPr>
              <a:t>Con </a:t>
            </a:r>
            <a:r>
              <a:rPr lang="vi-VN" sz="5400" b="1" dirty="0">
                <a:latin typeface="+mj-lt"/>
              </a:rPr>
              <a:t>hợp với Maria quỳ đây ngắm Chúa. Con hợp với Giuse quỳ đây ngắm Chúa. Mừng sinh nhật </a:t>
            </a:r>
            <a:r>
              <a:rPr lang="en-US" sz="5400" b="1" dirty="0" err="1" smtClean="0">
                <a:latin typeface="Times New Roman" panose="02020603050405020304" pitchFamily="18" charset="0"/>
                <a:cs typeface="Times New Roman" panose="02020603050405020304" pitchFamily="18" charset="0"/>
              </a:rPr>
              <a:t>Đấng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quang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vinh</a:t>
            </a:r>
            <a:r>
              <a:rPr lang="vi-VN" sz="5400" b="1" dirty="0" smtClean="0">
                <a:latin typeface="+mj-lt"/>
              </a:rPr>
              <a:t>. </a:t>
            </a:r>
            <a:r>
              <a:rPr lang="vi-VN" sz="5400" b="1" dirty="0">
                <a:latin typeface="+mj-lt"/>
              </a:rPr>
              <a:t>Mừng sinh nhật Ðấng Thiên Sai. Sinh nhật một lễ đáng ghi muôn đời</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1800" dirty="0" smtClean="0">
                <a:solidFill>
                  <a:srgbClr val="FF0000"/>
                </a:solidFill>
                <a:latin typeface="Times New Roman" pitchFamily="18" charset="0"/>
                <a:cs typeface="Times New Roman"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MÙA ĐÔNG NĂM ẤY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4699666"/>
      </p:ext>
    </p:extLst>
  </p:cSld>
  <p:clrMapOvr>
    <a:masterClrMapping/>
  </p:clrMapOvr>
  <p:transition/>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95482"/>
            <a:ext cx="9144000" cy="5951220"/>
          </a:xfrm>
        </p:spPr>
        <p:txBody>
          <a:bodyPr>
            <a:noAutofit/>
          </a:bodyPr>
          <a:lstStyle/>
          <a:p>
            <a:pPr algn="just"/>
            <a:r>
              <a:rPr lang="en-US" sz="5400" b="1" dirty="0" smtClean="0">
                <a:latin typeface="Times New Roman" panose="02020603050405020304" pitchFamily="18" charset="0"/>
                <a:cs typeface="Times New Roman" panose="02020603050405020304" pitchFamily="18" charset="0"/>
              </a:rPr>
              <a:t>4. </a:t>
            </a:r>
            <a:r>
              <a:rPr lang="en-US" sz="5400" b="1" dirty="0" err="1" smtClean="0">
                <a:latin typeface="Times New Roman" panose="02020603050405020304" pitchFamily="18" charset="0"/>
                <a:cs typeface="Times New Roman" panose="02020603050405020304" pitchFamily="18" charset="0"/>
              </a:rPr>
              <a:t>Mùa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đông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năm</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ấy</a:t>
            </a:r>
            <a:r>
              <a:rPr lang="en-US" sz="5400" b="1" dirty="0" smtClean="0">
                <a:latin typeface="Times New Roman" panose="02020603050405020304" pitchFamily="18" charset="0"/>
                <a:cs typeface="Times New Roman" panose="02020603050405020304" pitchFamily="18" charset="0"/>
              </a:rPr>
              <a:t> Con </a:t>
            </a:r>
            <a:r>
              <a:rPr lang="en-US" sz="5400" b="1" dirty="0" err="1" smtClean="0">
                <a:latin typeface="Times New Roman" panose="02020603050405020304" pitchFamily="18" charset="0"/>
                <a:cs typeface="Times New Roman" panose="02020603050405020304" pitchFamily="18" charset="0"/>
              </a:rPr>
              <a:t>Chúa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xa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cõi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trời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Mùa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đông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năm</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ấy</a:t>
            </a:r>
            <a:r>
              <a:rPr lang="en-US" sz="5400" b="1" dirty="0" smtClean="0">
                <a:latin typeface="Times New Roman" panose="02020603050405020304" pitchFamily="18" charset="0"/>
                <a:cs typeface="Times New Roman" panose="02020603050405020304" pitchFamily="18" charset="0"/>
              </a:rPr>
              <a:t> Con </a:t>
            </a:r>
            <a:r>
              <a:rPr lang="en-US" sz="5400" b="1" dirty="0" err="1" smtClean="0">
                <a:latin typeface="Times New Roman" panose="02020603050405020304" pitchFamily="18" charset="0"/>
                <a:cs typeface="Times New Roman" panose="02020603050405020304" pitchFamily="18" charset="0"/>
              </a:rPr>
              <a:t>Chúa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sinh</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xuống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đời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Ngày</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xưa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có</a:t>
            </a:r>
            <a:r>
              <a:rPr lang="en-US" sz="5400" b="1" dirty="0" smtClean="0">
                <a:latin typeface="Times New Roman" panose="02020603050405020304" pitchFamily="18" charset="0"/>
                <a:cs typeface="Times New Roman" panose="02020603050405020304" pitchFamily="18" charset="0"/>
              </a:rPr>
              <a:t> qua </a:t>
            </a:r>
            <a:r>
              <a:rPr lang="en-US" sz="5400" b="1" dirty="0" err="1" smtClean="0">
                <a:latin typeface="Times New Roman" panose="02020603050405020304" pitchFamily="18" charset="0"/>
                <a:cs typeface="Times New Roman" panose="02020603050405020304" pitchFamily="18" charset="0"/>
              </a:rPr>
              <a:t>nhưng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Sinh</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Nhật</a:t>
            </a:r>
            <a:r>
              <a:rPr lang="en-US" sz="5400" b="1" dirty="0" smtClean="0">
                <a:latin typeface="Times New Roman" panose="02020603050405020304" pitchFamily="18" charset="0"/>
                <a:cs typeface="Times New Roman" panose="02020603050405020304" pitchFamily="18" charset="0"/>
              </a:rPr>
              <a:t> Con </a:t>
            </a:r>
            <a:r>
              <a:rPr lang="en-US" sz="5400" b="1" dirty="0" err="1" smtClean="0">
                <a:latin typeface="Times New Roman" panose="02020603050405020304" pitchFamily="18" charset="0"/>
                <a:cs typeface="Times New Roman" panose="02020603050405020304" pitchFamily="18" charset="0"/>
              </a:rPr>
              <a:t>Chúa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Tâm</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hồn</a:t>
            </a:r>
            <a:r>
              <a:rPr lang="en-US" sz="5400" b="1" dirty="0" smtClean="0">
                <a:latin typeface="Times New Roman" panose="02020603050405020304" pitchFamily="18" charset="0"/>
                <a:cs typeface="Times New Roman" panose="02020603050405020304" pitchFamily="18" charset="0"/>
              </a:rPr>
              <a:t> con </a:t>
            </a:r>
            <a:r>
              <a:rPr lang="en-US" sz="5400" b="1" dirty="0" err="1" smtClean="0">
                <a:latin typeface="Times New Roman" panose="02020603050405020304" pitchFamily="18" charset="0"/>
                <a:cs typeface="Times New Roman" panose="02020603050405020304" pitchFamily="18" charset="0"/>
              </a:rPr>
              <a:t>ghi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dám</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đâu</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hoài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nghi</a:t>
            </a:r>
            <a:r>
              <a:rPr lang="en-US" sz="5400" b="1" dirty="0" smtClean="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1800" dirty="0" smtClean="0">
                <a:solidFill>
                  <a:srgbClr val="FF0000"/>
                </a:solidFill>
                <a:latin typeface="Times New Roman" pitchFamily="18" charset="0"/>
                <a:cs typeface="Times New Roman"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MÙA ĐÔNG NĂM ẤY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40425434"/>
      </p:ext>
    </p:extLst>
  </p:cSld>
  <p:clrMapOvr>
    <a:masterClrMapping/>
  </p:clrMapOvr>
  <p:transition/>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6442"/>
            <a:ext cx="9144000" cy="5410200"/>
          </a:xfrm>
        </p:spPr>
        <p:txBody>
          <a:bodyPr>
            <a:noAutofit/>
          </a:bodyPr>
          <a:lstStyle/>
          <a:p>
            <a:pPr algn="just"/>
            <a:r>
              <a:rPr lang="en-US" sz="5400" b="1" dirty="0" smtClean="0">
                <a:latin typeface="Times New Roman" panose="02020603050405020304" pitchFamily="18" charset="0"/>
                <a:cs typeface="Times New Roman" panose="02020603050405020304" pitchFamily="18" charset="0"/>
              </a:rPr>
              <a:t>Con </a:t>
            </a:r>
            <a:r>
              <a:rPr lang="en-US" sz="5400" b="1" dirty="0" err="1" smtClean="0">
                <a:latin typeface="Times New Roman" panose="02020603050405020304" pitchFamily="18" charset="0"/>
                <a:cs typeface="Times New Roman" panose="02020603050405020304" pitchFamily="18" charset="0"/>
              </a:rPr>
              <a:t>quỳ</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gối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ôn</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lại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ngày</a:t>
            </a:r>
            <a:r>
              <a:rPr lang="en-US" sz="5400" b="1" dirty="0" smtClean="0">
                <a:latin typeface="Times New Roman" panose="02020603050405020304" pitchFamily="18" charset="0"/>
                <a:cs typeface="Times New Roman" panose="02020603050405020304" pitchFamily="18" charset="0"/>
              </a:rPr>
              <a:t> qua </a:t>
            </a:r>
            <a:r>
              <a:rPr lang="en-US" sz="5400" b="1" dirty="0" err="1" smtClean="0">
                <a:latin typeface="Times New Roman" panose="02020603050405020304" pitchFamily="18" charset="0"/>
                <a:cs typeface="Times New Roman" panose="02020603050405020304" pitchFamily="18" charset="0"/>
              </a:rPr>
              <a:t>đáng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nhớ</a:t>
            </a:r>
            <a:r>
              <a:rPr lang="en-US" sz="5400" b="1" dirty="0" smtClean="0">
                <a:latin typeface="Times New Roman" panose="02020603050405020304" pitchFamily="18" charset="0"/>
                <a:cs typeface="Times New Roman" panose="02020603050405020304" pitchFamily="18" charset="0"/>
              </a:rPr>
              <a:t>. Con </a:t>
            </a:r>
            <a:r>
              <a:rPr lang="en-US" sz="5400" b="1" dirty="0" err="1" smtClean="0">
                <a:latin typeface="Times New Roman" panose="02020603050405020304" pitchFamily="18" charset="0"/>
                <a:cs typeface="Times New Roman" panose="02020603050405020304" pitchFamily="18" charset="0"/>
              </a:rPr>
              <a:t>quỳ</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gối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cảm</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tạ</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tình</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yêu</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quí</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giá</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Mừng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sinh</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nhật</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Chúa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chí</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nhân</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mừng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sinh</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nhật</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Chúa</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muôn</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ân</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Sinh</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nhật</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cùng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với</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tháng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năm</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vững</a:t>
            </a:r>
            <a:r>
              <a:rPr lang="en-US" sz="5400" b="1" dirty="0" smtClean="0">
                <a:latin typeface="Times New Roman" panose="02020603050405020304" pitchFamily="18" charset="0"/>
                <a:cs typeface="Times New Roman" panose="02020603050405020304" pitchFamily="18" charset="0"/>
              </a:rPr>
              <a:t> </a:t>
            </a:r>
            <a:r>
              <a:rPr lang="en-US" sz="5400" b="1" dirty="0" err="1" smtClean="0">
                <a:latin typeface="Times New Roman" panose="02020603050405020304" pitchFamily="18" charset="0"/>
                <a:cs typeface="Times New Roman" panose="02020603050405020304" pitchFamily="18" charset="0"/>
              </a:rPr>
              <a:t>bền</a:t>
            </a:r>
            <a:r>
              <a:rPr lang="en-US" sz="5400" b="1" dirty="0" smtClean="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1800" dirty="0" smtClean="0">
                <a:solidFill>
                  <a:srgbClr val="FF0000"/>
                </a:solidFill>
                <a:latin typeface="Times New Roman" pitchFamily="18" charset="0"/>
                <a:cs typeface="Times New Roman" pitchFamily="18" charset="0"/>
              </a:rPr>
              <a:t>      </a:t>
            </a:r>
            <a:r>
              <a:rPr lang="en-US" sz="2400" b="1" dirty="0" smtClean="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MÙA ĐÔNG NĂM ẤY (HD)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98434829"/>
      </p:ext>
    </p:extLst>
  </p:cSld>
  <p:clrMapOvr>
    <a:masterClrMapping/>
  </p:clrMapOvr>
  <p:transition/>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643398836"/>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CẦU XIN THÁNH GIA (489)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Giu</a:t>
            </a:r>
            <a:r>
              <a:rPr lang="en-US" sz="5400" b="1" dirty="0">
                <a:latin typeface="Times New Roman" panose="02020603050405020304" pitchFamily="18" charset="0"/>
                <a:cs typeface="Times New Roman" panose="02020603050405020304" pitchFamily="18" charset="0"/>
              </a:rPr>
              <a:t>-se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miền</a:t>
            </a:r>
            <a:r>
              <a:rPr lang="en-US" sz="5400" b="1" dirty="0">
                <a:latin typeface="Times New Roman" panose="02020603050405020304" pitchFamily="18" charset="0"/>
                <a:cs typeface="Times New Roman" panose="02020603050405020304" pitchFamily="18" charset="0"/>
              </a:rPr>
              <a:t> Na-da-</a:t>
            </a:r>
            <a:r>
              <a:rPr lang="en-US" sz="5400" b="1" dirty="0" err="1">
                <a:latin typeface="Times New Roman" panose="02020603050405020304" pitchFamily="18" charset="0"/>
                <a:cs typeface="Times New Roman" panose="02020603050405020304" pitchFamily="18" charset="0"/>
              </a:rPr>
              <a:t>rét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2378333"/>
      </p:ext>
    </p:extLst>
  </p:cSld>
  <p:clrMapOvr>
    <a:masterClrMapping/>
  </p:clrMapOvr>
  <p:transition/>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CẦU XIN THÁNH GIA (489)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Cho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thuyền</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sóng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46889912"/>
      </p:ext>
    </p:extLst>
  </p:cSld>
  <p:clrMapOvr>
    <a:masterClrMapping/>
  </p:clrMapOvr>
  <p:transition/>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CẦU XIN THÁNH GIA (489)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947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Giu</a:t>
            </a:r>
            <a:r>
              <a:rPr lang="en-US" sz="5400" b="1" dirty="0">
                <a:latin typeface="Times New Roman" panose="02020603050405020304" pitchFamily="18" charset="0"/>
                <a:cs typeface="Times New Roman" panose="02020603050405020304" pitchFamily="18" charset="0"/>
              </a:rPr>
              <a:t>-se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miền</a:t>
            </a:r>
            <a:r>
              <a:rPr lang="en-US" sz="5400" b="1" dirty="0">
                <a:latin typeface="Times New Roman" panose="02020603050405020304" pitchFamily="18" charset="0"/>
                <a:cs typeface="Times New Roman" panose="02020603050405020304" pitchFamily="18" charset="0"/>
              </a:rPr>
              <a:t> Na-da-</a:t>
            </a:r>
            <a:r>
              <a:rPr lang="en-US" sz="5400" b="1" dirty="0" err="1">
                <a:latin typeface="Times New Roman" panose="02020603050405020304" pitchFamily="18" charset="0"/>
                <a:cs typeface="Times New Roman" panose="02020603050405020304" pitchFamily="18" charset="0"/>
              </a:rPr>
              <a:t>rét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18484817"/>
      </p:ext>
    </p:extLst>
  </p:cSld>
  <p:clrMapOvr>
    <a:masterClrMapping/>
  </p:clrMapOvr>
  <p:transition/>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1863261941"/>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5457</TotalTime>
  <Words>3702</Words>
  <Application>Microsoft Office PowerPoint</Application>
  <PresentationFormat>On-screen Show (4:3)</PresentationFormat>
  <Paragraphs>215</Paragraphs>
  <Slides>84</Slides>
  <Notes>25</Notes>
  <HiddenSlides>0</HiddenSlides>
  <MMClips>0</MMClips>
  <ScaleCrop>false</ScaleCrop>
  <HeadingPairs>
    <vt:vector size="4" baseType="variant">
      <vt:variant>
        <vt:lpstr>Theme</vt:lpstr>
      </vt:variant>
      <vt:variant>
        <vt:i4>1</vt:i4>
      </vt:variant>
      <vt:variant>
        <vt:lpstr>Slide Titles</vt:lpstr>
      </vt:variant>
      <vt:variant>
        <vt:i4>84</vt:i4>
      </vt:variant>
    </vt:vector>
  </HeadingPairs>
  <TitlesOfParts>
    <vt:vector size="8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MAU LÊN NÀO (362)</vt:lpstr>
      <vt:lpstr>Nhập Lễ                                        MAU LÊN NÀO (362)</vt:lpstr>
      <vt:lpstr>PowerPoint Presentation</vt:lpstr>
      <vt:lpstr>PowerPoint Presentation</vt:lpstr>
      <vt:lpstr>PowerPoint Presentation</vt:lpstr>
      <vt:lpstr>Dâng Lễ                          LỄ DÂNG THÁNH GIA THẤT (DCH)</vt:lpstr>
      <vt:lpstr>Hiệp Lễ                              HỘI NHẠC THIÊN QUỐC (HH)</vt:lpstr>
      <vt:lpstr>Hiệp Lễ                              HỘI NHẠC THIÊN QUỐC (HH)</vt:lpstr>
      <vt:lpstr>Kết lễ                                   CẦU XIN THÁNH GIA (489)</vt:lpstr>
      <vt:lpstr>Kết lễ                                   CẦU XIN THÁNH GIA (489)</vt:lpstr>
      <vt:lpstr>PowerPoint Presentation</vt:lpstr>
      <vt:lpstr>Nhập Lễ                                        MAU LÊN NÀO (362)</vt:lpstr>
      <vt:lpstr>Nhập Lễ                                        MAU LÊN NÀO (362)</vt:lpstr>
      <vt:lpstr>Nhập Lễ                                        MAU LÊN NÀO (362)</vt:lpstr>
      <vt:lpstr>Nhập Lễ                                        MAU LÊN NÀO (362)</vt:lpstr>
      <vt:lpstr>Nhập Lễ                                        MAU LÊN NÀO (362)</vt:lpstr>
      <vt:lpstr>PowerPoint Presentation</vt:lpstr>
      <vt:lpstr>PowerPoint Presentation</vt:lpstr>
      <vt:lpstr>PowerPoint Presentation</vt:lpstr>
      <vt:lpstr>Dâng Lễ                          LỄ DÂNG THÁNH GIA THẤT (DCH)</vt:lpstr>
      <vt:lpstr>Dâng Lễ                          LỄ DÂNG THÁNH GIA THẤT (DCH)</vt:lpstr>
      <vt:lpstr>Dâng Lễ                          LỄ DÂNG THÁNH GIA THẤT (DCH)</vt:lpstr>
      <vt:lpstr>Dâng Lễ                          LỄ DÂNG THÁNH GIA THẤT (DCH)</vt:lpstr>
      <vt:lpstr>CA HIỆP LỄ</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Hiệp Lễ                              HỘI NHẠC THIÊN QUỐC (HH)</vt:lpstr>
      <vt:lpstr>PowerPoint Presentation</vt:lpstr>
      <vt:lpstr>Hiệp Lễ                                   MÙA ĐÔNG NĂM ẤY (HD)</vt:lpstr>
      <vt:lpstr>Hiệp Lễ                                   MÙA ĐÔNG NĂM ẤY (HD)</vt:lpstr>
      <vt:lpstr>Hiệp Lễ                                   MÙA ĐÔNG NĂM ẤY (HD)</vt:lpstr>
      <vt:lpstr>Hiệp Lễ                                   MÙA ĐÔNG NĂM ẤY (HD)</vt:lpstr>
      <vt:lpstr>Hiệp Lễ                                   MÙA ĐÔNG NĂM ẤY (HD)</vt:lpstr>
      <vt:lpstr>Hiệp Lễ                                   MÙA ĐÔNG NĂM ẤY (HD)</vt:lpstr>
      <vt:lpstr>Hiệp Lễ                                   MÙA ĐÔNG NĂM ẤY (HD)</vt:lpstr>
      <vt:lpstr>Hiệp Lễ                                   MÙA ĐÔNG NĂM ẤY (HD)</vt:lpstr>
      <vt:lpstr>PowerPoint Presentation</vt:lpstr>
      <vt:lpstr>Kết lễ                                   CẦU XIN THÁNH GIA (489)</vt:lpstr>
      <vt:lpstr>Kết lễ                                   CẦU XIN THÁNH GIA (489)</vt:lpstr>
      <vt:lpstr>Kết lễ                                   CẦU XIN THÁNH GIA (489)</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Admin</cp:lastModifiedBy>
  <cp:revision>1383</cp:revision>
  <dcterms:created xsi:type="dcterms:W3CDTF">2018-09-17T12:52:44Z</dcterms:created>
  <dcterms:modified xsi:type="dcterms:W3CDTF">2020-12-27T13:34:19Z</dcterms:modified>
</cp:coreProperties>
</file>