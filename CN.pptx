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7"/>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163" r:id="rId29"/>
    <p:sldId id="5164" r:id="rId30"/>
    <p:sldId id="5165" r:id="rId31"/>
    <p:sldId id="5166" r:id="rId32"/>
    <p:sldId id="5167" r:id="rId33"/>
    <p:sldId id="5168" r:id="rId34"/>
    <p:sldId id="5169" r:id="rId35"/>
    <p:sldId id="5170" r:id="rId36"/>
    <p:sldId id="5171" r:id="rId37"/>
    <p:sldId id="5172" r:id="rId38"/>
    <p:sldId id="4954" r:id="rId39"/>
    <p:sldId id="1990" r:id="rId40"/>
    <p:sldId id="1991" r:id="rId41"/>
    <p:sldId id="1992" r:id="rId42"/>
    <p:sldId id="5152" r:id="rId43"/>
    <p:sldId id="5153" r:id="rId44"/>
    <p:sldId id="1995" r:id="rId45"/>
    <p:sldId id="5154" r:id="rId46"/>
    <p:sldId id="5155" r:id="rId47"/>
    <p:sldId id="5016" r:id="rId48"/>
    <p:sldId id="5017" r:id="rId49"/>
    <p:sldId id="761" r:id="rId50"/>
    <p:sldId id="762" r:id="rId51"/>
    <p:sldId id="763" r:id="rId52"/>
    <p:sldId id="5162" r:id="rId53"/>
    <p:sldId id="4106" r:id="rId54"/>
    <p:sldId id="1716" r:id="rId55"/>
    <p:sldId id="1717" r:id="rId56"/>
    <p:sldId id="1718" r:id="rId57"/>
    <p:sldId id="1719" r:id="rId58"/>
    <p:sldId id="1720" r:id="rId59"/>
    <p:sldId id="5159" r:id="rId60"/>
    <p:sldId id="5156" r:id="rId61"/>
    <p:sldId id="5158" r:id="rId62"/>
    <p:sldId id="5160" r:id="rId63"/>
    <p:sldId id="3475" r:id="rId64"/>
    <p:sldId id="3476" r:id="rId65"/>
    <p:sldId id="5161" r:id="rId66"/>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28/02/2021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28/02/2021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6782650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3452957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64115705"/>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0563715"/>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Ta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7479813"/>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tựa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335054944"/>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382040671"/>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491193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057706"/>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95153918"/>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8041128"/>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239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khấn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442311"/>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41393036"/>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77436363"/>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86599"/>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090790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mau</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49549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NHỮNG KẺ TÌM CHÚA 52</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28775"/>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Gia-vê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13163082"/>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76682"/>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Ta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đĩa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khổ</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54570247"/>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tựa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91607710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Trên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chén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bao </a:t>
            </a:r>
            <a:r>
              <a:rPr lang="en-US" sz="5400" b="1" dirty="0" err="1">
                <a:solidFill>
                  <a:schemeClr val="tx1"/>
                </a:solidFill>
                <a:latin typeface="Times New Roman" panose="02020603050405020304" pitchFamily="18" charset="0"/>
                <a:cs typeface="Times New Roman" panose="02020603050405020304" pitchFamily="18" charset="0"/>
              </a:rPr>
              <a:t>nhiêu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giọt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mồ</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loang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thấm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ruộng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101755576"/>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CUỘC ĐỜI 67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hiến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tựa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sinh</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635648375"/>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1346"/>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Ta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solidFill>
                  <a:schemeClr val="tx1"/>
                </a:solidFill>
                <a:latin typeface="+mj-lt"/>
              </a:rPr>
              <a:t>1. Ngước mắt nhìn nhìn lên đỉnh núi tôi nhủ thầm ai đâu người sẽ cứu giúp tôi. </a:t>
            </a:r>
            <a:r>
              <a:rPr lang="vi-VN" sz="5400" b="1" dirty="0">
                <a:latin typeface="+mj-lt"/>
              </a:rPr>
              <a:t>Đưa tôi đi qua muôn ngàn nơi.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942130457"/>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latin typeface="+mj-lt"/>
              </a:rPr>
              <a:t>Kiếp sống này đời tôi lặng lẽ ngước nhìn lên. Xin thương tôi từng bước đơn côi nghe trong tim nghẹn ứ mà thôi.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671394616"/>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953035742"/>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solidFill>
                  <a:schemeClr val="tx1"/>
                </a:solidFill>
                <a:latin typeface="+mj-lt"/>
              </a:rPr>
              <a:t>2. Những bước đời nguyện xin trợ giúp luôn chở che cho mưu đời không vướng lối đi qua cơn mê con đâu sợ chi. </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64267152"/>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33550"/>
            <a:ext cx="9144000" cy="6391564"/>
          </a:xfrm>
        </p:spPr>
        <p:txBody>
          <a:bodyPr>
            <a:noAutofit/>
          </a:bodyPr>
          <a:lstStyle/>
          <a:p>
            <a:pPr algn="just"/>
            <a:r>
              <a:rPr lang="vi-VN" sz="5400" b="1" dirty="0">
                <a:latin typeface="+mj-lt"/>
              </a:rPr>
              <a:t>Dẫu tháng ngày giọt cay giọt đắng thấm bờ môi con trung kiên tìm Chúa yêu thôi bao âu lo Ngài gánh dùm con.</a:t>
            </a:r>
            <a:endParaRPr lang="vi-VN" sz="85700" b="1" dirty="0">
              <a:latin typeface="+mj-lt"/>
              <a:cs typeface="Times New Roman" pitchFamily="18" charset="0"/>
            </a:endParaRPr>
          </a:p>
        </p:txBody>
      </p:sp>
    </p:spTree>
    <p:extLst>
      <p:ext uri="{BB962C8B-B14F-4D97-AF65-F5344CB8AC3E}">
        <p14:creationId xmlns:p14="http://schemas.microsoft.com/office/powerpoint/2010/main" val="4004767919"/>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2087396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0482"/>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mắt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lệ</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thở</a:t>
            </a:r>
            <a:r>
              <a:rPr lang="en-US" sz="5400" b="1" dirty="0">
                <a:latin typeface="Times New Roman" panose="02020603050405020304" pitchFamily="18" charset="0"/>
                <a:cs typeface="Times New Roman" panose="02020603050405020304" pitchFamily="18" charset="0"/>
              </a:rPr>
              <a:t> than </a:t>
            </a:r>
            <a:r>
              <a:rPr lang="en-US" sz="5400" b="1" dirty="0" err="1">
                <a:latin typeface="Times New Roman" panose="02020603050405020304" pitchFamily="18" charset="0"/>
                <a:cs typeface="Times New Roman" panose="02020603050405020304" pitchFamily="18" charset="0"/>
              </a:rPr>
              <a:t>kiếp</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qua.</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328095"/>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0482"/>
            <a:ext cx="9144000" cy="639156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lần</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64788610"/>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NGUỒN TRỢ LỰC ĐỜI TÔI 165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52525"/>
            <a:ext cx="9144000" cy="6391564"/>
          </a:xfrm>
        </p:spPr>
        <p:txBody>
          <a:bodyPr>
            <a:noAutofit/>
          </a:bodyPr>
          <a:lstStyle/>
          <a:p>
            <a:pPr algn="just"/>
            <a:r>
              <a:rPr lang="vi-VN" sz="5400" b="1" dirty="0">
                <a:latin typeface="+mj-lt"/>
              </a:rPr>
              <a:t>ĐK: Chúa chính là nguồn ơn cứu thoát phù giúp con dẫn dắt con ngày đêm. Chúa đất trời Ngài đưa con bước đời sống con sẽ chứa chan niềm vui.</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2054612333"/>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06419591"/>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hấp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4864084"/>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NHÂN LOẠI (486)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2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Maria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2693889"/>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5672</TotalTime>
  <Words>2874</Words>
  <Application>Microsoft Office PowerPoint</Application>
  <PresentationFormat>On-screen Show (4:3)</PresentationFormat>
  <Paragraphs>163</Paragraphs>
  <Slides>65</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65</vt:i4>
      </vt:variant>
    </vt:vector>
  </HeadingPairs>
  <TitlesOfParts>
    <vt:vector size="70"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NHỮNG KẺ TÌM CHÚA 52</vt:lpstr>
      <vt:lpstr>Nhập Lễ                              NHỮNG KẺ TÌM CHÚA 52</vt:lpstr>
      <vt:lpstr>Nhập Lễ                              NHỮNG KẺ TÌM CHÚA 52</vt:lpstr>
      <vt:lpstr>PowerPoint Presentation</vt:lpstr>
      <vt:lpstr>PowerPoint Presentation</vt:lpstr>
      <vt:lpstr>Dâng Lễ                                      HIẾN LỄ CUỘC ĐỜI 67</vt:lpstr>
      <vt:lpstr>Hiệp Lễ                           NGUỒN TRỢ LỰC ĐỜI TÔI 165</vt:lpstr>
      <vt:lpstr>Kết lễ                                            MẸ NHÂN LOẠI (486)</vt:lpstr>
      <vt:lpstr>Kết lễ                                            MẸ NHÂN LOẠI (486)</vt:lpstr>
      <vt:lpstr>PowerPoint Presentation</vt:lpstr>
      <vt:lpstr>Nhập Lễ                              NHỮNG KẺ TÌM CHÚA 52</vt:lpstr>
      <vt:lpstr>Nhập Lễ                              NHỮNG KẺ TÌM CHÚA 52</vt:lpstr>
      <vt:lpstr>Nhập Lễ                              NHỮNG KẺ TÌM CHÚA 52</vt:lpstr>
      <vt:lpstr>Nhập Lễ                              NHỮNG KẺ TÌM CHÚA 52</vt:lpstr>
      <vt:lpstr>Nhập Lễ                              NHỮNG KẺ TÌM CHÚA 52</vt:lpstr>
      <vt:lpstr>Nhập Lễ                              NHỮNG KẺ TÌM CHÚA 52</vt:lpstr>
      <vt:lpstr>Nhập Lễ                              NHỮNG KẺ TÌM CHÚA 52</vt:lpstr>
      <vt:lpstr>Nhập Lễ                              NHỮNG KẺ TÌM CHÚA 52</vt:lpstr>
      <vt:lpstr>PowerPoint Presentation</vt:lpstr>
      <vt:lpstr>PowerPoint Presentation</vt:lpstr>
      <vt:lpstr>Dâng Lễ                                      HIẾN LỄ CUỘC ĐỜI 67</vt:lpstr>
      <vt:lpstr>Dâng Lễ                                      HIẾN LỄ CUỘC ĐỜI 67</vt:lpstr>
      <vt:lpstr>Dâng Lễ                                      HIẾN LỄ CUỘC ĐỜI 67</vt:lpstr>
      <vt:lpstr>Dâng Lễ                                      HIẾN LỄ CUỘC ĐỜI 67</vt:lpstr>
      <vt:lpstr>CA HIỆP LỄ</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Hiệp Lễ                           NGUỒN TRỢ LỰC ĐỜI TÔI 165</vt:lpstr>
      <vt:lpstr>Kết lễ                                            MẸ NHÂN LOẠI (486)</vt:lpstr>
      <vt:lpstr>Kết lễ                                            MẸ NHÂN LOẠI (486)</vt:lpstr>
      <vt:lpstr>Kết lễ                                            MẸ NHÂN LOẠI (486)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1442</cp:revision>
  <dcterms:created xsi:type="dcterms:W3CDTF">2018-09-17T12:52:44Z</dcterms:created>
  <dcterms:modified xsi:type="dcterms:W3CDTF">2021-02-28T06:55:48Z</dcterms:modified>
</cp:coreProperties>
</file>