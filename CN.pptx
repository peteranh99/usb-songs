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5"/>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4675" r:id="rId29"/>
    <p:sldId id="4839" r:id="rId30"/>
    <p:sldId id="4840" r:id="rId31"/>
    <p:sldId id="4841" r:id="rId32"/>
    <p:sldId id="4842" r:id="rId33"/>
    <p:sldId id="4843" r:id="rId34"/>
    <p:sldId id="4844" r:id="rId35"/>
    <p:sldId id="4845" r:id="rId36"/>
    <p:sldId id="4846" r:id="rId37"/>
    <p:sldId id="4847" r:id="rId38"/>
    <p:sldId id="4848" r:id="rId39"/>
    <p:sldId id="4622" r:id="rId40"/>
    <p:sldId id="4207" r:id="rId41"/>
    <p:sldId id="4208" r:id="rId42"/>
    <p:sldId id="4837" r:id="rId43"/>
    <p:sldId id="4209" r:id="rId44"/>
    <p:sldId id="4838" r:id="rId45"/>
    <p:sldId id="4653" r:id="rId46"/>
    <p:sldId id="4654" r:id="rId47"/>
    <p:sldId id="2617" r:id="rId48"/>
    <p:sldId id="2618" r:id="rId49"/>
    <p:sldId id="2619" r:id="rId50"/>
    <p:sldId id="4832" r:id="rId51"/>
    <p:sldId id="4106" r:id="rId52"/>
    <p:sldId id="3969" r:id="rId53"/>
    <p:sldId id="3970" r:id="rId54"/>
    <p:sldId id="3971" r:id="rId55"/>
    <p:sldId id="3972" r:id="rId56"/>
    <p:sldId id="3973" r:id="rId57"/>
    <p:sldId id="3974" r:id="rId58"/>
    <p:sldId id="4833" r:id="rId59"/>
    <p:sldId id="4834" r:id="rId60"/>
    <p:sldId id="4817" r:id="rId61"/>
    <p:sldId id="4818" r:id="rId62"/>
    <p:sldId id="4835" r:id="rId63"/>
    <p:sldId id="4836" r:id="rId64"/>
    <p:sldId id="2638" r:id="rId65"/>
    <p:sldId id="2639" r:id="rId66"/>
    <p:sldId id="2640" r:id="rId67"/>
    <p:sldId id="4619" r:id="rId68"/>
    <p:sldId id="4502" r:id="rId69"/>
    <p:sldId id="4503" r:id="rId70"/>
    <p:sldId id="4504" r:id="rId71"/>
    <p:sldId id="4505" r:id="rId72"/>
    <p:sldId id="4506" r:id="rId73"/>
    <p:sldId id="4507" r:id="rId74"/>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varScale="1">
        <p:scale>
          <a:sx n="86" d="100"/>
          <a:sy n="86" d="100"/>
        </p:scale>
        <p:origin x="1493"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18/12/2020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34</a:t>
            </a:fld>
            <a:endParaRPr lang="en-US"/>
          </a:p>
        </p:txBody>
      </p:sp>
    </p:spTree>
    <p:extLst>
      <p:ext uri="{BB962C8B-B14F-4D97-AF65-F5344CB8AC3E}">
        <p14:creationId xmlns:p14="http://schemas.microsoft.com/office/powerpoint/2010/main" val="29636362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35</a:t>
            </a:fld>
            <a:endParaRPr lang="en-US"/>
          </a:p>
        </p:txBody>
      </p:sp>
    </p:spTree>
    <p:extLst>
      <p:ext uri="{BB962C8B-B14F-4D97-AF65-F5344CB8AC3E}">
        <p14:creationId xmlns:p14="http://schemas.microsoft.com/office/powerpoint/2010/main" val="4822785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52</a:t>
            </a:fld>
            <a:endParaRPr lang="en-US"/>
          </a:p>
        </p:txBody>
      </p:sp>
    </p:spTree>
    <p:extLst>
      <p:ext uri="{BB962C8B-B14F-4D97-AF65-F5344CB8AC3E}">
        <p14:creationId xmlns:p14="http://schemas.microsoft.com/office/powerpoint/2010/main" val="17484820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53</a:t>
            </a:fld>
            <a:endParaRPr lang="en-US"/>
          </a:p>
        </p:txBody>
      </p:sp>
    </p:spTree>
    <p:extLst>
      <p:ext uri="{BB962C8B-B14F-4D97-AF65-F5344CB8AC3E}">
        <p14:creationId xmlns:p14="http://schemas.microsoft.com/office/powerpoint/2010/main" val="22398484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54</a:t>
            </a:fld>
            <a:endParaRPr lang="en-US"/>
          </a:p>
        </p:txBody>
      </p:sp>
    </p:spTree>
    <p:extLst>
      <p:ext uri="{BB962C8B-B14F-4D97-AF65-F5344CB8AC3E}">
        <p14:creationId xmlns:p14="http://schemas.microsoft.com/office/powerpoint/2010/main" val="20514916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55</a:t>
            </a:fld>
            <a:endParaRPr lang="en-US"/>
          </a:p>
        </p:txBody>
      </p:sp>
    </p:spTree>
    <p:extLst>
      <p:ext uri="{BB962C8B-B14F-4D97-AF65-F5344CB8AC3E}">
        <p14:creationId xmlns:p14="http://schemas.microsoft.com/office/powerpoint/2010/main" val="9543699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56</a:t>
            </a:fld>
            <a:endParaRPr lang="en-US"/>
          </a:p>
        </p:txBody>
      </p:sp>
    </p:spTree>
    <p:extLst>
      <p:ext uri="{BB962C8B-B14F-4D97-AF65-F5344CB8AC3E}">
        <p14:creationId xmlns:p14="http://schemas.microsoft.com/office/powerpoint/2010/main" val="1403901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57</a:t>
            </a:fld>
            <a:endParaRPr lang="en-US"/>
          </a:p>
        </p:txBody>
      </p:sp>
    </p:spTree>
    <p:extLst>
      <p:ext uri="{BB962C8B-B14F-4D97-AF65-F5344CB8AC3E}">
        <p14:creationId xmlns:p14="http://schemas.microsoft.com/office/powerpoint/2010/main" val="14103324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58</a:t>
            </a:fld>
            <a:endParaRPr lang="en-US"/>
          </a:p>
        </p:txBody>
      </p:sp>
    </p:spTree>
    <p:extLst>
      <p:ext uri="{BB962C8B-B14F-4D97-AF65-F5344CB8AC3E}">
        <p14:creationId xmlns:p14="http://schemas.microsoft.com/office/powerpoint/2010/main" val="19009982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26728564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11357345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2824104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18/12/2020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8445F-18CC-403C-BE0F-337DE12047E0}"/>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1BF46068-8E2C-4608-B732-CD57D295FE91}"/>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9375888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972644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6170810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95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itchFamily="18" charset="0"/>
                <a:cs typeface="Times New Roman" pitchFamily="18" charset="0"/>
              </a:rPr>
              <a:t>Lạy Chúa con sẽ hát ca lòng từ bi của Chúa đến muôn muôn đời đến muôn muôn đời.</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640784541"/>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Trinh </a:t>
            </a:r>
            <a:r>
              <a:rPr lang="en-US" sz="5400" b="1" dirty="0" err="1">
                <a:latin typeface="Times New Roman" panose="02020603050405020304" pitchFamily="18" charset="0"/>
                <a:cs typeface="Times New Roman" panose="02020603050405020304" pitchFamily="18" charset="0"/>
              </a:rPr>
              <a:t>nữ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thụ</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-ma-nu-el, </a:t>
            </a:r>
            <a:r>
              <a:rPr lang="en-US" sz="5400" b="1" dirty="0" err="1">
                <a:latin typeface="Times New Roman" panose="02020603050405020304" pitchFamily="18" charset="0"/>
                <a:cs typeface="Times New Roman" panose="02020603050405020304" pitchFamily="18" charset="0"/>
              </a:rPr>
              <a:t>nghĩa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00815749"/>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MONG ĐỢI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32187"/>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Con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82260845"/>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r>
              <a:rPr lang="en-US" sz="5400" b="1" dirty="0">
                <a:latin typeface="Times New Roman" pitchFamily="18" charset="0"/>
                <a:cs typeface="Times New Roman" pitchFamily="18" charset="0"/>
              </a:rPr>
              <a:t>ĐK: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ý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thực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5484528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90145"/>
            <a:ext cx="9144000" cy="5410200"/>
          </a:xfrm>
        </p:spPr>
        <p:txBody>
          <a:bodyPr>
            <a:noAutofit/>
          </a:bodyPr>
          <a:lstStyle/>
          <a:p>
            <a:pPr algn="just"/>
            <a:r>
              <a:rPr lang="en-US" sz="5400" b="1" dirty="0">
                <a:latin typeface="Times New Roman" pitchFamily="18" charset="0"/>
                <a:cs typeface="Times New Roman" pitchFamily="18" charset="0"/>
              </a:rPr>
              <a:t>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trung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dung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62080805"/>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TỪ LÚC MẸ NÓI LỜI XIN VÂNG (TH)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5643"/>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nhiệm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4183817"/>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TỪ LÚC MẸ NÓI LỜI XIN VÂNG (TH)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1372"/>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6210347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TỪ LÚC MẸ NÓI LỜI XIN VÂNG (TH)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1372"/>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3277358"/>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D31379-ACD3-4F64-81B8-4A99E4368891}"/>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F8A58A9A-86A3-41B1-BC98-149DA527DE8B}"/>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21290664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08216522"/>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08225156"/>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5117543"/>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sắt</a:t>
            </a:r>
            <a:r>
              <a:rPr lang="en-US" sz="5400" b="1" dirty="0">
                <a:latin typeface="Times New Roman" panose="02020603050405020304" pitchFamily="18" charset="0"/>
                <a:cs typeface="Times New Roman" panose="02020603050405020304" pitchFamily="18" charset="0"/>
              </a:rPr>
              <a:t> son </a:t>
            </a:r>
            <a:r>
              <a:rPr lang="en-US" sz="5400" b="1" dirty="0" err="1">
                <a:latin typeface="Times New Roman" panose="02020603050405020304" pitchFamily="18" charset="0"/>
                <a:cs typeface="Times New Roman" panose="02020603050405020304" pitchFamily="18" charset="0"/>
              </a:rPr>
              <a:t>suốt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88668143"/>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50355001"/>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95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itchFamily="18" charset="0"/>
                <a:cs typeface="Times New Roman" pitchFamily="18" charset="0"/>
              </a:rPr>
              <a:t>Lạy Chúa con sẽ hát ca lòng từ bi của Chúa đến muôn muôn đời đến muôn muôn đời.</a:t>
            </a:r>
            <a:endParaRPr lang="en-US"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Trinh </a:t>
            </a:r>
            <a:r>
              <a:rPr lang="en-US" sz="5400" b="1" dirty="0" err="1">
                <a:latin typeface="Times New Roman" panose="02020603050405020304" pitchFamily="18" charset="0"/>
                <a:cs typeface="Times New Roman" panose="02020603050405020304" pitchFamily="18" charset="0"/>
              </a:rPr>
              <a:t>nữ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thụ</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-ma-nu-el, </a:t>
            </a:r>
            <a:r>
              <a:rPr lang="en-US" sz="5400" b="1" dirty="0" err="1">
                <a:latin typeface="Times New Roman" panose="02020603050405020304" pitchFamily="18" charset="0"/>
                <a:cs typeface="Times New Roman" panose="02020603050405020304" pitchFamily="18" charset="0"/>
              </a:rPr>
              <a:t>nghĩa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MONG ĐỢI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ngon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Van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08469218"/>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MONG ĐỢI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32187"/>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Con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05542709"/>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MONG ĐỢI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279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Nay con </a:t>
            </a:r>
            <a:r>
              <a:rPr lang="en-US" sz="5400" b="1" dirty="0" err="1">
                <a:latin typeface="Times New Roman" panose="02020603050405020304" pitchFamily="18" charset="0"/>
                <a:cs typeface="Times New Roman" panose="02020603050405020304" pitchFamily="18" charset="0"/>
              </a:rPr>
              <a:t>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tỉnh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1458890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LỄ DÂNG MONG ĐỢI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32187"/>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Xin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Con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57968367"/>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vi-VN" sz="5400" b="1" dirty="0">
                <a:latin typeface="Times New Roman" panose="02020603050405020304" pitchFamily="18" charset="0"/>
                <a:cs typeface="Times New Roman" panose="02020603050405020304" pitchFamily="18" charset="0"/>
              </a:rPr>
              <a:t>Này đây một trinh nữ sẽ thụ thai, sinh hạ một con trai, và tên con trẻ sẽ gọi là Em-ma-nu-el.</a:t>
            </a:r>
          </a:p>
        </p:txBody>
      </p:sp>
    </p:spTree>
    <p:extLst>
      <p:ext uri="{BB962C8B-B14F-4D97-AF65-F5344CB8AC3E}">
        <p14:creationId xmlns:p14="http://schemas.microsoft.com/office/powerpoint/2010/main" val="345480258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trộn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định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riêng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hút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67011534"/>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90145"/>
            <a:ext cx="9144000" cy="5410200"/>
          </a:xfrm>
        </p:spPr>
        <p:txBody>
          <a:bodyPr>
            <a:noAutofit/>
          </a:bodyPr>
          <a:lstStyle/>
          <a:p>
            <a:pPr algn="just"/>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mong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muốn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kia</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hiểu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52170709"/>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r>
              <a:rPr lang="en-US" sz="5400" b="1" dirty="0">
                <a:latin typeface="Times New Roman" pitchFamily="18" charset="0"/>
                <a:cs typeface="Times New Roman" pitchFamily="18" charset="0"/>
              </a:rPr>
              <a:t>ĐK: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ý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thực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48609969"/>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90145"/>
            <a:ext cx="9144000" cy="5410200"/>
          </a:xfrm>
        </p:spPr>
        <p:txBody>
          <a:bodyPr>
            <a:noAutofit/>
          </a:bodyPr>
          <a:lstStyle/>
          <a:p>
            <a:pPr algn="just"/>
            <a:r>
              <a:rPr lang="en-US" sz="5400" b="1" dirty="0">
                <a:latin typeface="Times New Roman" pitchFamily="18" charset="0"/>
                <a:cs typeface="Times New Roman" pitchFamily="18" charset="0"/>
              </a:rPr>
              <a:t>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trung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dung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86335698"/>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r>
              <a:rPr lang="en-US" sz="5400" b="1" dirty="0">
                <a:latin typeface="Times New Roman" pitchFamily="18" charset="0"/>
                <a:cs typeface="Times New Roman" pitchFamily="18" charset="0"/>
              </a:rPr>
              <a:t>2. 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quyền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lo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nằm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ý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61630262"/>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709245"/>
            <a:ext cx="9144000" cy="5410200"/>
          </a:xfrm>
        </p:spPr>
        <p:txBody>
          <a:bodyPr>
            <a:noAutofit/>
          </a:bodyPr>
          <a:lstStyle/>
          <a:p>
            <a:pPr algn="just"/>
            <a:r>
              <a:rPr lang="en-US" sz="5400" b="1" dirty="0">
                <a:latin typeface="Times New Roman" pitchFamily="18" charset="0"/>
                <a:cs typeface="Times New Roman" pitchFamily="18" charset="0"/>
              </a:rPr>
              <a:t>Con lo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thừa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chỉ</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ý Cha.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ngời</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468066235"/>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r>
              <a:rPr lang="en-US" sz="5400" b="1" dirty="0">
                <a:latin typeface="Times New Roman" pitchFamily="18" charset="0"/>
                <a:cs typeface="Times New Roman" pitchFamily="18" charset="0"/>
              </a:rPr>
              <a:t>ĐK: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ý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thực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44171187"/>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90145"/>
            <a:ext cx="9144000" cy="5410200"/>
          </a:xfrm>
        </p:spPr>
        <p:txBody>
          <a:bodyPr>
            <a:noAutofit/>
          </a:bodyPr>
          <a:lstStyle/>
          <a:p>
            <a:pPr algn="just"/>
            <a:r>
              <a:rPr lang="en-US" sz="5400" b="1" dirty="0">
                <a:latin typeface="Times New Roman" pitchFamily="18" charset="0"/>
                <a:cs typeface="Times New Roman" pitchFamily="18" charset="0"/>
              </a:rPr>
              <a:t>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trung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dung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14472745"/>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TÂM TÌNH XIN VÂNG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lao</a:t>
            </a:r>
            <a:r>
              <a:rPr lang="en-US" sz="5400" b="1" dirty="0">
                <a:latin typeface="Times New Roman" panose="02020603050405020304" pitchFamily="18" charset="0"/>
                <a:cs typeface="Times New Roman" panose="02020603050405020304" pitchFamily="18" charset="0"/>
              </a:rPr>
              <a:t> lung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93421618"/>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TÂM TÌNH XIN VÂNG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28598387"/>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r>
              <a:rPr lang="en-US" sz="5400" b="1" dirty="0">
                <a:latin typeface="Times New Roman" pitchFamily="18" charset="0"/>
                <a:cs typeface="Times New Roman" pitchFamily="18" charset="0"/>
              </a:rPr>
              <a:t>ĐK: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ý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thực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38564707"/>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90145"/>
            <a:ext cx="9144000" cy="5410200"/>
          </a:xfrm>
        </p:spPr>
        <p:txBody>
          <a:bodyPr>
            <a:noAutofit/>
          </a:bodyPr>
          <a:lstStyle/>
          <a:p>
            <a:pPr algn="just"/>
            <a:r>
              <a:rPr lang="en-US" sz="5400" b="1" dirty="0">
                <a:latin typeface="Times New Roman" pitchFamily="18" charset="0"/>
                <a:cs typeface="Times New Roman" pitchFamily="18" charset="0"/>
              </a:rPr>
              <a:t>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trung</a:t>
            </a:r>
            <a:r>
              <a:rPr lang="en-US" sz="5400" b="1" dirty="0">
                <a:latin typeface="Times New Roman" pitchFamily="18" charset="0"/>
                <a:cs typeface="Times New Roman" pitchFamily="18" charset="0"/>
              </a:rPr>
              <a:t>, tin </a:t>
            </a:r>
            <a:r>
              <a:rPr lang="en-US" sz="5400" b="1" dirty="0" err="1">
                <a:latin typeface="Times New Roman" pitchFamily="18" charset="0"/>
                <a:cs typeface="Times New Roman" pitchFamily="18" charset="0"/>
              </a:rPr>
              <a:t>vào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dung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a:t>
            </a:r>
            <a:endParaRPr lang="en-US" sz="5400" b="1" i="1" dirty="0">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TÌNH XIN VÂNG (TN)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62737181"/>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TỪ LÚC MẸ NÓI LỜI XIN VÂNG (TH)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5643"/>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nhiệm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83568657"/>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TỪ LÚC MẸ NÓI LỜI XIN VÂNG (TH)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1372"/>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8894163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TỪ LÚC MẸ NÓI LỜI XIN VÂNG (TH)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1372"/>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64219632"/>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2825679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5270</TotalTime>
  <Words>3382</Words>
  <Application>Microsoft Office PowerPoint</Application>
  <PresentationFormat>On-screen Show (4:3)</PresentationFormat>
  <Paragraphs>189</Paragraphs>
  <Slides>73</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73</vt:i4>
      </vt:variant>
    </vt:vector>
  </HeadingPairs>
  <TitlesOfParts>
    <vt:vector size="78"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TRỜI CAO HỠI (TN)</vt:lpstr>
      <vt:lpstr>Nhập Lễ                                        TRỜI CAO HỠI (TN)</vt:lpstr>
      <vt:lpstr>PowerPoint Presentation</vt:lpstr>
      <vt:lpstr>PowerPoint Presentation</vt:lpstr>
      <vt:lpstr>Dâng Lễ                                  LỄ DÂNG MONG ĐỢI (ND)</vt:lpstr>
      <vt:lpstr>Hiệp Lễ                     TÂM TÌNH XIN VÂNG (TN)</vt:lpstr>
      <vt:lpstr>Hiệp Lễ                     TÂM TÌNH XIN VÂNG (TN)</vt:lpstr>
      <vt:lpstr>Kết lễ                         TỪ LÚC MẸ NÓI LỜI XIN VÂNG (TH)</vt:lpstr>
      <vt:lpstr>Kết lễ                         TỪ LÚC MẸ NÓI LỜI XIN VÂNG (TH)</vt:lpstr>
      <vt:lpstr>Kết lễ                         TỪ LÚC MẸ NÓI LỜI XIN VÂNG (TH)</vt:lpstr>
      <vt:lpstr>PowerPoint Presentation</vt:lpstr>
      <vt:lpstr>Nhập Lễ                                        TRỜI CAO HỠI (TN)</vt:lpstr>
      <vt:lpstr>Nhập Lễ                                        TRỜI CAO HỠI (TN)</vt:lpstr>
      <vt:lpstr>Nhập Lễ                                        TRỜI CAO HỠI (TN)</vt:lpstr>
      <vt:lpstr>Nhập Lễ                                        TRỜI CAO HỠI (TN)</vt:lpstr>
      <vt:lpstr>Nhập Lễ                                        TRỜI CAO HỠI (TN)</vt:lpstr>
      <vt:lpstr>PowerPoint Presentation</vt:lpstr>
      <vt:lpstr>PowerPoint Presentation</vt:lpstr>
      <vt:lpstr>Dâng Lễ                                  LỄ DÂNG MONG ĐỢI (ND)</vt:lpstr>
      <vt:lpstr>Dâng Lễ                                  LỄ DÂNG MONG ĐỢI (ND)</vt:lpstr>
      <vt:lpstr>Dâng Lễ                                  LỄ DÂNG MONG ĐỢI (ND)</vt:lpstr>
      <vt:lpstr>Dâng Lễ                                  LỄ DÂNG MONG ĐỢI (ND)</vt:lpstr>
      <vt:lpstr>CA HIỆP LỄ</vt:lpstr>
      <vt:lpstr>Hiệp Lễ                     TÂM TÌNH XIN VÂNG (TN)</vt:lpstr>
      <vt:lpstr>Hiệp Lễ                     TÂM TÌNH XIN VÂNG (TN)</vt:lpstr>
      <vt:lpstr>Hiệp Lễ                     TÂM TÌNH XIN VÂNG (TN)</vt:lpstr>
      <vt:lpstr>Hiệp Lễ                     TÂM TÌNH XIN VÂNG (TN)</vt:lpstr>
      <vt:lpstr>Hiệp Lễ                     TÂM TÌNH XIN VÂNG (TN)</vt:lpstr>
      <vt:lpstr>Hiệp Lễ                     TÂM TÌNH XIN VÂNG (TN)</vt:lpstr>
      <vt:lpstr>Hiệp Lễ                     TÂM TÌNH XIN VÂNG (TN)</vt:lpstr>
      <vt:lpstr>Hiệp Lễ                     TÂM TÌNH XIN VÂNG (TN)</vt:lpstr>
      <vt:lpstr>Hiệp Lễ                                    TÂM TÌNH XIN VÂNG TN</vt:lpstr>
      <vt:lpstr>Hiệp Lễ                                    TÂM TÌNH XIN VÂNG TN</vt:lpstr>
      <vt:lpstr>Hiệp Lễ                     TÂM TÌNH XIN VÂNG (TN)</vt:lpstr>
      <vt:lpstr>Hiệp Lễ                     TÂM TÌNH XIN VÂNG (TN)</vt:lpstr>
      <vt:lpstr>Kết lễ                         TỪ LÚC MẸ NÓI LỜI XIN VÂNG (TH)</vt:lpstr>
      <vt:lpstr>Kết lễ                         TỪ LÚC MẸ NÓI LỜI XIN VÂNG (TH)</vt:lpstr>
      <vt:lpstr>Kết lễ                         TỪ LÚC MẸ NÓI LỜI XIN VÂNG (TH)</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 Tran</cp:lastModifiedBy>
  <cp:revision>1372</cp:revision>
  <dcterms:created xsi:type="dcterms:W3CDTF">2018-09-17T12:52:44Z</dcterms:created>
  <dcterms:modified xsi:type="dcterms:W3CDTF">2020-12-18T06:23:41Z</dcterms:modified>
</cp:coreProperties>
</file>