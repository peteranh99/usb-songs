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4"/>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5517" r:id="rId22"/>
    <p:sldId id="4810" r:id="rId23"/>
    <p:sldId id="4811" r:id="rId24"/>
    <p:sldId id="4812" r:id="rId25"/>
    <p:sldId id="4813" r:id="rId26"/>
    <p:sldId id="4814" r:id="rId27"/>
    <p:sldId id="4815" r:id="rId28"/>
    <p:sldId id="4809" r:id="rId29"/>
    <p:sldId id="5509" r:id="rId30"/>
    <p:sldId id="5510" r:id="rId31"/>
    <p:sldId id="5511" r:id="rId32"/>
    <p:sldId id="5512" r:id="rId33"/>
    <p:sldId id="5513" r:id="rId34"/>
    <p:sldId id="5514" r:id="rId35"/>
    <p:sldId id="5515" r:id="rId36"/>
    <p:sldId id="5516" r:id="rId37"/>
    <p:sldId id="5447" r:id="rId38"/>
    <p:sldId id="5518" r:id="rId39"/>
    <p:sldId id="5519" r:id="rId40"/>
    <p:sldId id="5520" r:id="rId41"/>
    <p:sldId id="5521" r:id="rId42"/>
    <p:sldId id="5522" r:id="rId43"/>
    <p:sldId id="5523" r:id="rId44"/>
    <p:sldId id="4370" r:id="rId45"/>
    <p:sldId id="4371" r:id="rId46"/>
    <p:sldId id="4372" r:id="rId47"/>
    <p:sldId id="5490" r:id="rId48"/>
    <p:sldId id="5476" r:id="rId49"/>
    <p:sldId id="5477" r:id="rId50"/>
    <p:sldId id="3370" r:id="rId51"/>
    <p:sldId id="3371" r:id="rId52"/>
    <p:sldId id="5491" r:id="rId53"/>
    <p:sldId id="3373" r:id="rId54"/>
    <p:sldId id="5492" r:id="rId55"/>
    <p:sldId id="4106" r:id="rId56"/>
    <p:sldId id="3768" r:id="rId57"/>
    <p:sldId id="3769" r:id="rId58"/>
    <p:sldId id="5498" r:id="rId59"/>
    <p:sldId id="3770" r:id="rId60"/>
    <p:sldId id="5499" r:id="rId61"/>
    <p:sldId id="5497" r:id="rId62"/>
    <p:sldId id="5500" r:id="rId63"/>
    <p:sldId id="5501" r:id="rId64"/>
    <p:sldId id="5502" r:id="rId65"/>
    <p:sldId id="5503" r:id="rId66"/>
    <p:sldId id="5504" r:id="rId67"/>
    <p:sldId id="5505" r:id="rId68"/>
    <p:sldId id="5506" r:id="rId69"/>
    <p:sldId id="5507" r:id="rId70"/>
    <p:sldId id="4476" r:id="rId71"/>
    <p:sldId id="4477" r:id="rId72"/>
    <p:sldId id="5508" r:id="rId73"/>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73" d="100"/>
          <a:sy n="73" d="100"/>
        </p:scale>
        <p:origin x="-588" y="-102"/>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18/05/2021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18/05/2021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D1D390-FED8-40E3-819B-20FD4A6E951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03774C89-BBEE-4294-BD9C-372AC527811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51130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1. Hôm nay mừng Chúa lên trời trần hoàn vang tiếng ca. Hôm nay mừng Chúa lên trời triều thần vang câu hát. Này ngày vinh quang, rạng ngời ánh sáng khúc nhạc mừng trời đất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286504428"/>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341023930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vang.</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074464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1775956"/>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04476201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0307630"/>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92224522"/>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761757756"/>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C3BC5FC-8BB0-462D-BB28-70A53D0509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A7FB29B2-1B19-4656-91AA-EE2D11E5DC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1614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3396724300"/>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648441010"/>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208543993"/>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282365785"/>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2338818686"/>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046026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1. Hôm nay mừng Chúa lên trời trần hoàn vang tiếng ca. Hôm nay mừng Chúa lên trời triều thần vang câu hát. Này ngày vinh quang, rạng ngời ánh sáng khúc nhạc mừng trời đất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985794021"/>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2651327339"/>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2. Vui lên muôn nước muôn người đời trần gian sẽ qua. Vui lên muôn nước muôn người chờ về nơi thiên quốc. </a:t>
            </a:r>
            <a:r>
              <a:rPr lang="en-US" sz="5400" b="1" dirty="0" err="1">
                <a:latin typeface="Times New Roman" panose="02020603050405020304" pitchFamily="18" charset="0"/>
                <a:cs typeface="Times New Roman" panose="02020603050405020304" pitchFamily="18" charset="0"/>
              </a:rPr>
              <a:t>Họp</a:t>
            </a:r>
            <a:r>
              <a:rPr lang="vi-VN" sz="5400" b="1" dirty="0">
                <a:latin typeface="+mj-lt"/>
              </a:rPr>
              <a:t> mừng bên Cha tình </a:t>
            </a:r>
            <a:r>
              <a:rPr lang="en-US" sz="5400" b="1" dirty="0" err="1">
                <a:latin typeface="Times New Roman" panose="02020603050405020304" pitchFamily="18" charset="0"/>
                <a:cs typeface="Times New Roman" panose="02020603050405020304" pitchFamily="18" charset="0"/>
              </a:rPr>
              <a:t>Ngài</a:t>
            </a:r>
            <a:r>
              <a:rPr lang="vi-VN" sz="5400" b="1" dirty="0">
                <a:latin typeface="+mj-lt"/>
              </a:rPr>
              <a:t> bao la chốn Thiên Ðình chung tiếng hòa ca.</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131217004"/>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Hôm</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Nay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Lên</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24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12640"/>
            <a:ext cx="9144000" cy="5615940"/>
          </a:xfrm>
        </p:spPr>
        <p:txBody>
          <a:bodyPr>
            <a:noAutofit/>
          </a:bodyPr>
          <a:lstStyle/>
          <a:p>
            <a:pPr algn="just"/>
            <a:r>
              <a:rPr lang="vi-VN" sz="5400" b="1" dirty="0">
                <a:latin typeface="+mj-lt"/>
              </a:rPr>
              <a:t>ÐK. Ngợi khen Chúa lên trời trong ánh sáng vinh quang. Ngợi khen Chúa ngự trị </a:t>
            </a:r>
            <a:r>
              <a:rPr lang="en-US" sz="5400" b="1" dirty="0" err="1">
                <a:latin typeface="Times New Roman" panose="02020603050405020304" pitchFamily="18" charset="0"/>
                <a:cs typeface="Times New Roman" panose="02020603050405020304" pitchFamily="18" charset="0"/>
              </a:rPr>
              <a:t>giữa</a:t>
            </a:r>
            <a:r>
              <a:rPr lang="vi-VN" sz="5400" b="1" dirty="0">
                <a:latin typeface="+mj-lt"/>
              </a:rPr>
              <a:t> chốn huy hoàng. Ngợi khen Chúa lên trời trong ánh vinh quang. Ngợi khen Chúa ngự trị trên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cõi</a:t>
            </a:r>
            <a:r>
              <a:rPr lang="en-US" sz="5400" b="1" dirty="0">
                <a:latin typeface="+mj-lt"/>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vi-VN" sz="5400" b="1" dirty="0">
                <a:latin typeface="+mj-lt"/>
              </a:rPr>
              <a:t>.</a:t>
            </a:r>
          </a:p>
        </p:txBody>
      </p:sp>
    </p:spTree>
    <p:extLst>
      <p:ext uri="{BB962C8B-B14F-4D97-AF65-F5344CB8AC3E}">
        <p14:creationId xmlns:p14="http://schemas.microsoft.com/office/powerpoint/2010/main" val="2881525307"/>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vang.</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7927669"/>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921439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62268326"/>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171575"/>
            <a:ext cx="9144000" cy="6391564"/>
          </a:xfrm>
        </p:spPr>
        <p:txBody>
          <a:bodyPr>
            <a:noAutofit/>
          </a:bodyPr>
          <a:lstStyle/>
          <a:p>
            <a:pPr algn="just"/>
            <a:r>
              <a:rPr lang="vi-VN" sz="5400" b="1" dirty="0">
                <a:latin typeface="+mj-lt"/>
              </a:rPr>
              <a:t>1. Trầm trầm tiếng ca tình yêu sốt mến. Vương vương câu hát ngất ngây hương lòng. Trọn một đời ước mơ, thành bài ca tuyệt vời tiến dâng lên Ngài.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7756186"/>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5279911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81125"/>
            <a:ext cx="9144000" cy="6391564"/>
          </a:xfrm>
        </p:spPr>
        <p:txBody>
          <a:bodyPr>
            <a:noAutofit/>
          </a:bodyPr>
          <a:lstStyle/>
          <a:p>
            <a:pPr algn="just"/>
            <a:r>
              <a:rPr lang="vi-VN" sz="5400" b="1" dirty="0">
                <a:latin typeface="+mj-lt"/>
              </a:rPr>
              <a:t>2. Lòng thành tiến dâng rượu nho bánh miến. Xin Cha thương lấy tấm thân mọn hèn. Để đời con đắm say, tình Ngài ban tràn đầy khúc ca ân tình.</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991748341"/>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TRẦM HƯƠNG (90)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9594" y="1371600"/>
            <a:ext cx="9144000" cy="6391564"/>
          </a:xfrm>
        </p:spPr>
        <p:txBody>
          <a:bodyPr>
            <a:noAutofit/>
          </a:bodyPr>
          <a:lstStyle/>
          <a:p>
            <a:pPr algn="just"/>
            <a:r>
              <a:rPr lang="vi-VN" sz="5400" b="1" dirty="0">
                <a:latin typeface="+mj-lt"/>
              </a:rPr>
              <a:t>ĐK: Lời ca bay cao như hương trầm nghi ngút bay ngút bay lên tòa cao sang trọn tâm tư dâng lên xác hồn với đời ước mơ.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333194175"/>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0326"/>
            <a:ext cx="9144000" cy="484277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61461898"/>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15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dặm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31334380"/>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36528731"/>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57712927"/>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9288374"/>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ra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2043938"/>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23959839"/>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15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môi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dặm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63694543"/>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6627747"/>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98277"/>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35955188"/>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0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con ra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6469107"/>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VỀ TRỜI CON RA ĐI (443)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80567"/>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Ga-li-</a:t>
            </a:r>
            <a:r>
              <a:rPr lang="en-US" sz="5400" b="1" dirty="0" err="1">
                <a:latin typeface="Times New Roman" panose="02020603050405020304" pitchFamily="18" charset="0"/>
                <a:cs typeface="Times New Roman" panose="02020603050405020304" pitchFamily="18" charset="0"/>
              </a:rPr>
              <a:t>lê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2502800"/>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8B692AE-208F-45FE-845E-0882F9BE435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977B599C-DE0D-4C68-901D-DB299D6C91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873159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094154560"/>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5240" y="1281231"/>
            <a:ext cx="9144000" cy="4219339"/>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a:t>
            </a:r>
            <a:r>
              <a:rPr lang="en-US" sz="5400" b="1" dirty="0" err="1">
                <a:latin typeface="Times New Roman" pitchFamily="18" charset="0"/>
                <a:cs typeface="Times New Roman" pitchFamily="18" charset="0"/>
              </a:rPr>
              <a:t>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thẳm</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che</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Ng</a:t>
            </a:r>
            <a:r>
              <a:rPr lang="vi-VN" sz="5400" b="1" dirty="0">
                <a:latin typeface="Times New Roman" pitchFamily="18" charset="0"/>
                <a:cs typeface="Times New Roman" pitchFamily="18" charset="0"/>
              </a:rPr>
              <a:t>ư</a:t>
            </a:r>
            <a:r>
              <a:rPr lang="en-US" sz="5400" b="1" dirty="0" err="1">
                <a:latin typeface="Times New Roman" pitchFamily="18" charset="0"/>
                <a:cs typeface="Times New Roman" pitchFamily="18" charset="0"/>
              </a:rPr>
              <a:t>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nhìn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m</a:t>
            </a:r>
            <a:r>
              <a:rPr lang="vi-VN" sz="5400" b="1" dirty="0">
                <a:latin typeface="Times New Roman" pitchFamily="18" charset="0"/>
                <a:cs typeface="Times New Roman" pitchFamily="18" charset="0"/>
              </a:rPr>
              <a:t>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40774709"/>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TIẾNG HÁT THIÊN THU 485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130"/>
            <a:ext cx="9144000" cy="561594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kinh</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vang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ngút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cao</a:t>
            </a:r>
            <a:r>
              <a:rPr lang="en-US" sz="5400" b="1" dirty="0">
                <a:latin typeface="Times New Roman" pitchFamily="18" charset="0"/>
                <a:cs typeface="Times New Roman" pitchFamily="18" charset="0"/>
              </a:rPr>
              <a:t>.</a:t>
            </a:r>
            <a:endParaRPr lang="vi-VN" sz="5400" b="1" dirty="0">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0576873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6054</TotalTime>
  <Words>3257</Words>
  <Application>Microsoft Office PowerPoint</Application>
  <PresentationFormat>On-screen Show (4:3)</PresentationFormat>
  <Paragraphs>175</Paragraphs>
  <Slides>72</Slides>
  <Notes>3</Notes>
  <HiddenSlides>0</HiddenSlides>
  <MMClips>0</MMClips>
  <ScaleCrop>false</ScaleCrop>
  <HeadingPairs>
    <vt:vector size="4" baseType="variant">
      <vt:variant>
        <vt:lpstr>Theme</vt:lpstr>
      </vt:variant>
      <vt:variant>
        <vt:i4>1</vt:i4>
      </vt:variant>
      <vt:variant>
        <vt:lpstr>Slide Titles</vt:lpstr>
      </vt:variant>
      <vt:variant>
        <vt:i4>72</vt:i4>
      </vt:variant>
    </vt:vector>
  </HeadingPairs>
  <TitlesOfParts>
    <vt:vector size="7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NhậpLễ                         Hôm Nay Mừng Chúa Lên Trời (MT)</vt:lpstr>
      <vt:lpstr>NhậpLễ                         Hôm Nay Mừng Chúa Lên Trời (MT)</vt:lpstr>
      <vt:lpstr>PowerPoint Presentation</vt:lpstr>
      <vt:lpstr>PowerPoint Presentation</vt:lpstr>
      <vt:lpstr>Hiệp Lễ                            LỜI TRẦM HƯƠNG (90)</vt:lpstr>
      <vt:lpstr>Nhập Lễ                        CHÚA VỀ TRỜI CON RA ĐI (443)</vt:lpstr>
      <vt:lpstr>Kết lễ                                     TIẾNG HÁT THIÊN THU 485</vt:lpstr>
      <vt:lpstr>Kết lễ                                     TIẾNG HÁT THIÊN THU 485</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NhậpLễ                         Hôm Nay Mừng Chúa Lên Trời (MT)</vt:lpstr>
      <vt:lpstr>NhậpLễ                         Hôm Nay Mừng Chúa Lên Trời (MT)</vt:lpstr>
      <vt:lpstr>NhậpLễ                         Hôm Nay Mừng Chúa Lên Trời (MT)</vt:lpstr>
      <vt:lpstr>NhậpLễ                         Hôm Nay Mừng Chúa Lên Trời (MT)</vt:lpstr>
      <vt:lpstr>PowerPoint Presentation</vt:lpstr>
      <vt:lpstr>PowerPoint Presentation</vt:lpstr>
      <vt:lpstr>Hiệp Lễ                            LỜI TRẦM HƯƠNG (90)</vt:lpstr>
      <vt:lpstr>Hiệp Lễ                            LỜI TRẦM HƯƠNG (90)</vt:lpstr>
      <vt:lpstr>Hiệp Lễ                            LỜI TRẦM HƯƠNG (90)</vt:lpstr>
      <vt:lpstr>Hiệp Lễ                            LỜI TRẦM HƯƠNG (90)</vt:lpstr>
      <vt:lpstr>Hiệp Lễ                            LỜI TRẦM HƯƠNG (90)</vt:lpstr>
      <vt:lpstr>CA HIỆP LỄ</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Nhập Lễ                        CHÚA VỀ TRỜI CON RA ĐI (443)</vt:lpstr>
      <vt:lpstr>PowerPoint Presentation</vt:lpstr>
      <vt:lpstr>Kết lễ                                     TIẾNG HÁT THIÊN THU 485</vt:lpstr>
      <vt:lpstr>Kết lễ                                     TIẾNG HÁT THIÊN THU 485</vt:lpstr>
      <vt:lpstr>Kết lễ                                     TIẾNG HÁT THIÊN THU 485</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1513</cp:revision>
  <dcterms:created xsi:type="dcterms:W3CDTF">2018-09-17T12:52:44Z</dcterms:created>
  <dcterms:modified xsi:type="dcterms:W3CDTF">2021-05-17T21:50:40Z</dcterms:modified>
</cp:coreProperties>
</file>