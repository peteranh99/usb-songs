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9"/>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384" r:id="rId29"/>
    <p:sldId id="5385" r:id="rId30"/>
    <p:sldId id="5386" r:id="rId31"/>
    <p:sldId id="5387" r:id="rId32"/>
    <p:sldId id="5388" r:id="rId33"/>
    <p:sldId id="5389" r:id="rId34"/>
    <p:sldId id="5390" r:id="rId35"/>
    <p:sldId id="5391" r:id="rId36"/>
    <p:sldId id="5392" r:id="rId37"/>
    <p:sldId id="5393" r:id="rId38"/>
    <p:sldId id="5163" r:id="rId39"/>
    <p:sldId id="3689" r:id="rId40"/>
    <p:sldId id="3690" r:id="rId41"/>
    <p:sldId id="3691" r:id="rId42"/>
    <p:sldId id="3692" r:id="rId43"/>
    <p:sldId id="3693" r:id="rId44"/>
    <p:sldId id="3694" r:id="rId45"/>
    <p:sldId id="5016" r:id="rId46"/>
    <p:sldId id="5017" r:id="rId47"/>
    <p:sldId id="5349" r:id="rId48"/>
    <p:sldId id="5368" r:id="rId49"/>
    <p:sldId id="5369" r:id="rId50"/>
    <p:sldId id="5370" r:id="rId51"/>
    <p:sldId id="5371" r:id="rId52"/>
    <p:sldId id="4106" r:id="rId53"/>
    <p:sldId id="3658" r:id="rId54"/>
    <p:sldId id="5372" r:id="rId55"/>
    <p:sldId id="5373" r:id="rId56"/>
    <p:sldId id="5374" r:id="rId57"/>
    <p:sldId id="5375" r:id="rId58"/>
    <p:sldId id="5376" r:id="rId59"/>
    <p:sldId id="5377" r:id="rId60"/>
    <p:sldId id="5378" r:id="rId61"/>
    <p:sldId id="5379" r:id="rId62"/>
    <p:sldId id="5380" r:id="rId63"/>
    <p:sldId id="5381" r:id="rId64"/>
    <p:sldId id="5382" r:id="rId65"/>
    <p:sldId id="5383" r:id="rId66"/>
    <p:sldId id="3637" r:id="rId67"/>
    <p:sldId id="3638" r:id="rId6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p:scale>
          <a:sx n="50" d="100"/>
          <a:sy n="50" d="100"/>
        </p:scale>
        <p:origin x="2650" y="845"/>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18/04/2021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38823845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1113238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31</a:t>
            </a:fld>
            <a:endParaRPr lang="en-US"/>
          </a:p>
        </p:txBody>
      </p:sp>
    </p:spTree>
    <p:extLst>
      <p:ext uri="{BB962C8B-B14F-4D97-AF65-F5344CB8AC3E}">
        <p14:creationId xmlns:p14="http://schemas.microsoft.com/office/powerpoint/2010/main" val="6404669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14054534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39</a:t>
            </a:fld>
            <a:endParaRPr lang="en-US"/>
          </a:p>
        </p:txBody>
      </p:sp>
    </p:spTree>
    <p:extLst>
      <p:ext uri="{BB962C8B-B14F-4D97-AF65-F5344CB8AC3E}">
        <p14:creationId xmlns:p14="http://schemas.microsoft.com/office/powerpoint/2010/main" val="3524452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40</a:t>
            </a:fld>
            <a:endParaRPr lang="en-US"/>
          </a:p>
        </p:txBody>
      </p:sp>
    </p:spTree>
    <p:extLst>
      <p:ext uri="{BB962C8B-B14F-4D97-AF65-F5344CB8AC3E}">
        <p14:creationId xmlns:p14="http://schemas.microsoft.com/office/powerpoint/2010/main" val="2262090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19063002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29844405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43</a:t>
            </a:fld>
            <a:endParaRPr lang="en-US"/>
          </a:p>
        </p:txBody>
      </p:sp>
    </p:spTree>
    <p:extLst>
      <p:ext uri="{BB962C8B-B14F-4D97-AF65-F5344CB8AC3E}">
        <p14:creationId xmlns:p14="http://schemas.microsoft.com/office/powerpoint/2010/main" val="9831703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44</a:t>
            </a:fld>
            <a:endParaRPr lang="en-US"/>
          </a:p>
        </p:txBody>
      </p:sp>
    </p:spTree>
    <p:extLst>
      <p:ext uri="{BB962C8B-B14F-4D97-AF65-F5344CB8AC3E}">
        <p14:creationId xmlns:p14="http://schemas.microsoft.com/office/powerpoint/2010/main" val="24218880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53</a:t>
            </a:fld>
            <a:endParaRPr lang="en-US"/>
          </a:p>
        </p:txBody>
      </p:sp>
    </p:spTree>
    <p:extLst>
      <p:ext uri="{BB962C8B-B14F-4D97-AF65-F5344CB8AC3E}">
        <p14:creationId xmlns:p14="http://schemas.microsoft.com/office/powerpoint/2010/main" val="14657564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29936087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34837739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10751039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57</a:t>
            </a:fld>
            <a:endParaRPr lang="en-US"/>
          </a:p>
        </p:txBody>
      </p:sp>
    </p:spTree>
    <p:extLst>
      <p:ext uri="{BB962C8B-B14F-4D97-AF65-F5344CB8AC3E}">
        <p14:creationId xmlns:p14="http://schemas.microsoft.com/office/powerpoint/2010/main" val="24399242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18581057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8136042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30398826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11688232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37299001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8787925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23470917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18/04/2021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18/04/2021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5AA16-5844-423B-A657-604EEFF5BDC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E199FEB-EF22-4648-9C4D-D9268603652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2778708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34038320"/>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64202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6320"/>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Alleluia! Xin tri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Alleluia!</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85515423"/>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68551791"/>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Giê-su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thích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74695435"/>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Alleluia.</a:t>
            </a:r>
          </a:p>
        </p:txBody>
      </p:sp>
    </p:spTree>
    <p:extLst>
      <p:ext uri="{BB962C8B-B14F-4D97-AF65-F5344CB8AC3E}">
        <p14:creationId xmlns:p14="http://schemas.microsoft.com/office/powerpoint/2010/main" val="175882971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6249386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191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Israel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46660682"/>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Đa-vít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1209130"/>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10459944"/>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94945"/>
            <a:ext cx="9144000" cy="5410200"/>
          </a:xfrm>
        </p:spPr>
        <p:txBody>
          <a:bodyPr>
            <a:noAutofit/>
          </a:bodyPr>
          <a:lstStyle/>
          <a:p>
            <a:pPr algn="just"/>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khắp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64828712"/>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66320"/>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hoàn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rất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Alleluia! Xin tri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Alleluia!</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21214458"/>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13945"/>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diệt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phiền</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tỏa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Alleluia! Xin </a:t>
            </a:r>
            <a:r>
              <a:rPr lang="en-US" sz="5400" b="1" dirty="0" err="1">
                <a:latin typeface="Times New Roman" pitchFamily="18" charset="0"/>
                <a:cs typeface="Times New Roman" pitchFamily="18" charset="0"/>
              </a:rPr>
              <a:t>chúc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tụng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Alleluia!</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5371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71145"/>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suy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miên</a:t>
            </a:r>
            <a:r>
              <a:rPr lang="en-US" sz="5400" b="1" dirty="0">
                <a:latin typeface="Times New Roman" pitchFamily="18" charset="0"/>
                <a:cs typeface="Times New Roman" pitchFamily="18" charset="0"/>
              </a:rPr>
              <a:t> man, </a:t>
            </a:r>
            <a:r>
              <a:rPr lang="en-US" sz="5400" b="1" dirty="0" err="1">
                <a:latin typeface="Times New Roman" pitchFamily="18" charset="0"/>
                <a:cs typeface="Times New Roman" pitchFamily="18" charset="0"/>
              </a:rPr>
              <a:t>dù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biên</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35253795"/>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71145"/>
            <a:ext cx="9144000" cy="5410200"/>
          </a:xfrm>
        </p:spPr>
        <p:txBody>
          <a:bodyPr>
            <a:noAutofit/>
          </a:bodyPr>
          <a:lstStyle/>
          <a:p>
            <a:pPr algn="just"/>
            <a:r>
              <a:rPr lang="en-US" sz="5400" b="1" dirty="0" err="1">
                <a:latin typeface="Times New Roman" pitchFamily="18" charset="0"/>
                <a:cs typeface="Times New Roman" pitchFamily="18" charset="0"/>
              </a:rPr>
              <a:t>Nhờ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ghi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hát</a:t>
            </a:r>
            <a:r>
              <a:rPr lang="en-US" sz="5400" b="1" dirty="0">
                <a:latin typeface="Times New Roman" pitchFamily="18" charset="0"/>
                <a:cs typeface="Times New Roman" pitchFamily="18" charset="0"/>
              </a:rPr>
              <a:t> Alleluia!</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MỪNG CHÚA PHỤC SINH (TK)</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55471420"/>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Giê-su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thích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Kinh</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nghe</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ban.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Alleluia.</a:t>
            </a:r>
          </a:p>
        </p:txBody>
      </p:sp>
    </p:spTree>
    <p:extLst>
      <p:ext uri="{BB962C8B-B14F-4D97-AF65-F5344CB8AC3E}">
        <p14:creationId xmlns:p14="http://schemas.microsoft.com/office/powerpoint/2010/main" val="567460366"/>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Loan tin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909801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Alleluia.</a:t>
            </a:r>
          </a:p>
        </p:txBody>
      </p:sp>
    </p:spTree>
    <p:extLst>
      <p:ext uri="{BB962C8B-B14F-4D97-AF65-F5344CB8AC3E}">
        <p14:creationId xmlns:p14="http://schemas.microsoft.com/office/powerpoint/2010/main" val="241545661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miến</a:t>
            </a:r>
            <a:r>
              <a:rPr lang="en-US" sz="5400" b="1" dirty="0">
                <a:latin typeface="Times New Roman" panose="02020603050405020304" pitchFamily="18" charset="0"/>
                <a:cs typeface="Times New Roman" panose="02020603050405020304" pitchFamily="18" charset="0"/>
              </a:rPr>
              <a:t>. Bao lao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Cha.</a:t>
            </a:r>
          </a:p>
        </p:txBody>
      </p:sp>
    </p:spTree>
    <p:extLst>
      <p:ext uri="{BB962C8B-B14F-4D97-AF65-F5344CB8AC3E}">
        <p14:creationId xmlns:p14="http://schemas.microsoft.com/office/powerpoint/2010/main" val="2669990031"/>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TIẾN CA PHỤC SINH (VDA)</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8932"/>
            <a:ext cx="9144000" cy="5105400"/>
          </a:xfrm>
        </p:spPr>
        <p:txBody>
          <a:bodyPr>
            <a:noAutofit/>
          </a:bodyPr>
          <a:lstStyle/>
          <a:p>
            <a:pPr algn="just">
              <a:tabLst>
                <a:tab pos="2155825" algn="l"/>
              </a:tabLst>
            </a:pPr>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Alleluia.</a:t>
            </a:r>
          </a:p>
        </p:txBody>
      </p:sp>
    </p:spTree>
    <p:extLst>
      <p:ext uri="{BB962C8B-B14F-4D97-AF65-F5344CB8AC3E}">
        <p14:creationId xmlns:p14="http://schemas.microsoft.com/office/powerpoint/2010/main" val="75712576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3317"/>
            <a:ext cx="9144000" cy="5615940"/>
          </a:xfrm>
        </p:spPr>
        <p:txBody>
          <a:bodyPr>
            <a:noAutofit/>
          </a:bodyPr>
          <a:lstStyle/>
          <a:p>
            <a:pPr algn="just"/>
            <a:r>
              <a:rPr lang="en-US" sz="5400" b="1" dirty="0">
                <a:latin typeface="Times New Roman" panose="02020603050405020304" pitchFamily="18" charset="0"/>
                <a:cs typeface="Times New Roman" panose="02020603050405020304" pitchFamily="18" charset="0"/>
              </a:rPr>
              <a:t>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ngón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tin.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a:latin typeface="Times New Roman" pitchFamily="18" charset="0"/>
                <a:cs typeface="Times New Roman" pitchFamily="18" charset="0"/>
              </a:rPr>
              <a:t>1. </a:t>
            </a:r>
            <a:r>
              <a:rPr lang="vi-VN" sz="5400" b="1" dirty="0">
                <a:latin typeface="Times New Roman" pitchFamily="18" charset="0"/>
                <a:cs typeface="Times New Roman" pitchFamily="18" charset="0"/>
              </a:rPr>
              <a:t>Tưởng rằng </a:t>
            </a:r>
            <a:r>
              <a:rPr lang="en-US" sz="5400" b="1" dirty="0" err="1">
                <a:latin typeface="Times New Roman" pitchFamily="18" charset="0"/>
                <a:cs typeface="Times New Roman" pitchFamily="18" charset="0"/>
              </a:rPr>
              <a:t>Người</a:t>
            </a:r>
            <a:r>
              <a:rPr lang="vi-VN" sz="5400" b="1" dirty="0">
                <a:latin typeface="Times New Roman" pitchFamily="18" charset="0"/>
                <a:cs typeface="Times New Roman" pitchFamily="18" charset="0"/>
              </a:rPr>
              <a:t> đã chết đi không bao 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dài</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vỡ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mơ</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85826772"/>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bao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23482409"/>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136045850"/>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60123"/>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qua bao </a:t>
            </a:r>
            <a:r>
              <a:rPr lang="en-US" sz="5400" b="1" dirty="0" err="1">
                <a:latin typeface="Times New Roman" pitchFamily="18" charset="0"/>
                <a:cs typeface="Times New Roman" pitchFamily="18" charset="0"/>
              </a:rPr>
              <a:t>nhục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u.</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27382306"/>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a:t>
            </a:r>
            <a:r>
              <a:rPr lang="en-US" sz="5400" b="1" dirty="0">
                <a:latin typeface="Times New Roman" pitchFamily="18" charset="0"/>
                <a:cs typeface="Times New Roman" pitchFamily="18" charset="0"/>
              </a:rPr>
              <a:t> bao ê </a:t>
            </a:r>
            <a:r>
              <a:rPr lang="en-US" sz="5400" b="1" dirty="0" err="1">
                <a:latin typeface="Times New Roman" pitchFamily="18" charset="0"/>
                <a:cs typeface="Times New Roman" pitchFamily="18" charset="0"/>
              </a:rPr>
              <a:t>chề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tuổi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ra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01723670"/>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41558197"/>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a:latin typeface="Times New Roman" pitchFamily="18" charset="0"/>
                <a:cs typeface="Times New Roman" pitchFamily="18" charset="0"/>
              </a:rPr>
              <a:t>1. </a:t>
            </a:r>
            <a:r>
              <a:rPr lang="vi-VN" sz="5400" b="1" dirty="0">
                <a:latin typeface="Times New Roman" pitchFamily="18" charset="0"/>
                <a:cs typeface="Times New Roman" pitchFamily="18" charset="0"/>
              </a:rPr>
              <a:t>Tưởng rằng </a:t>
            </a:r>
            <a:r>
              <a:rPr lang="en-US" sz="5400" b="1" dirty="0" err="1">
                <a:latin typeface="Times New Roman" pitchFamily="18" charset="0"/>
                <a:cs typeface="Times New Roman" pitchFamily="18" charset="0"/>
              </a:rPr>
              <a:t>Người</a:t>
            </a:r>
            <a:r>
              <a:rPr lang="vi-VN" sz="5400" b="1" dirty="0">
                <a:latin typeface="Times New Roman" pitchFamily="18" charset="0"/>
                <a:cs typeface="Times New Roman" pitchFamily="18" charset="0"/>
              </a:rPr>
              <a:t> đã chết đi không bao 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tự</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dài</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vỡ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mơ</a:t>
            </a:r>
            <a:r>
              <a:rPr lang="en-US" sz="5400" b="1" dirty="0">
                <a:latin typeface="Times New Roman" pitchFamily="18" charset="0"/>
                <a:cs typeface="Times New Roman" pitchFamily="18" charset="0"/>
              </a:rPr>
              <a:t>. </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3702291"/>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bao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08792044"/>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90699522"/>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60123"/>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qua bao </a:t>
            </a:r>
            <a:r>
              <a:rPr lang="en-US" sz="5400" b="1" dirty="0" err="1">
                <a:latin typeface="Times New Roman" pitchFamily="18" charset="0"/>
                <a:cs typeface="Times New Roman" pitchFamily="18" charset="0"/>
              </a:rPr>
              <a:t>nhục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tới</a:t>
            </a:r>
            <a:r>
              <a:rPr lang="en-US" sz="5400" b="1" dirty="0">
                <a:latin typeface="Times New Roman" pitchFamily="18" charset="0"/>
                <a:cs typeface="Times New Roman" pitchFamily="18" charset="0"/>
              </a:rPr>
              <a:t>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âm</a:t>
            </a:r>
            <a:r>
              <a:rPr lang="en-US" sz="5400" b="1" dirty="0">
                <a:latin typeface="Times New Roman" pitchFamily="18" charset="0"/>
                <a:cs typeface="Times New Roman" pitchFamily="18" charset="0"/>
              </a:rPr>
              <a:t> u.</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46500396"/>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48548"/>
            <a:ext cx="9144000" cy="5410200"/>
          </a:xfrm>
        </p:spPr>
        <p:txBody>
          <a:bodyPr>
            <a:noAutofit/>
          </a:bodyPr>
          <a:lstStyle/>
          <a:p>
            <a:pPr algn="just"/>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xa</a:t>
            </a:r>
            <a:r>
              <a:rPr lang="en-US" sz="5400" b="1" dirty="0">
                <a:latin typeface="Times New Roman" pitchFamily="18" charset="0"/>
                <a:cs typeface="Times New Roman" pitchFamily="18" charset="0"/>
              </a:rPr>
              <a:t> bao ê </a:t>
            </a:r>
            <a:r>
              <a:rPr lang="en-US" sz="5400" b="1" dirty="0" err="1">
                <a:latin typeface="Times New Roman" pitchFamily="18" charset="0"/>
                <a:cs typeface="Times New Roman" pitchFamily="18" charset="0"/>
              </a:rPr>
              <a:t>chề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tuổi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vàng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ra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a:t>
            </a:r>
            <a:endParaRPr lang="en-US" sz="5400" b="1" i="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5290786"/>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54704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đập</a:t>
            </a:r>
            <a:r>
              <a:rPr lang="en-US" sz="5400" b="1" dirty="0">
                <a:latin typeface="Times New Roman" pitchFamily="18" charset="0"/>
                <a:cs typeface="Times New Roman" pitchFamily="18" charset="0"/>
              </a:rPr>
              <a:t> tan </a:t>
            </a:r>
            <a:r>
              <a:rPr lang="en-US" sz="5400" b="1" dirty="0" err="1">
                <a:latin typeface="Times New Roman" pitchFamily="18" charset="0"/>
                <a:cs typeface="Times New Roman" pitchFamily="18" charset="0"/>
              </a:rPr>
              <a:t>xích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xiềng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Nay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cõi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Alleluia.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quang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niềm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điệp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khúc</a:t>
            </a:r>
            <a:r>
              <a:rPr lang="en-US" sz="5400" b="1" dirty="0">
                <a:latin typeface="Times New Roman" pitchFamily="18" charset="0"/>
                <a:cs typeface="Times New Roman" pitchFamily="18" charset="0"/>
              </a:rPr>
              <a:t>. Alleluia!</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TÂM SỰ VỚI NGƯỜI SỐNG LẠI (VC)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29236403"/>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9847A-475D-4D4D-92D0-B28F20ECE7F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D77A3C-84AD-4560-887F-B71FE47993D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627494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191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Israel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76898173"/>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Đa-vít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873701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5855</TotalTime>
  <Words>3194</Words>
  <Application>Microsoft Office PowerPoint</Application>
  <PresentationFormat>On-screen Show (4:3)</PresentationFormat>
  <Paragraphs>187</Paragraphs>
  <Slides>67</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67</vt:i4>
      </vt:variant>
    </vt:vector>
  </HeadingPairs>
  <TitlesOfParts>
    <vt:vector size="72"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Hiệp Lễ                     MỪNG CHÚA PHỤC SINH (TK)</vt:lpstr>
      <vt:lpstr>Hiệp Lễ                     MỪNG CHÚA PHỤC SINH (TK)</vt:lpstr>
      <vt:lpstr>Hiệp Lễ                     MỪNG CHÚA PHỤC SINH (TK)</vt:lpstr>
      <vt:lpstr>PowerPoint Presentation</vt:lpstr>
      <vt:lpstr>PowerPoint Presentation</vt:lpstr>
      <vt:lpstr>Dâng lễ        TIẾN CA PHỤC SINH (VDA)</vt:lpstr>
      <vt:lpstr>Hiệp Lễ                    TÂM SỰ VỚI NGƯỜI SỐNG LẠI (VC)</vt:lpstr>
      <vt:lpstr>Kết Lễ                               KHẢI HOÀN CA 1 (325)</vt:lpstr>
      <vt:lpstr>Kết Lễ                               KHẢI HOÀN CA 1 (325)</vt:lpstr>
      <vt:lpstr>PowerPoint Presentation</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Hiệp Lễ                     MỪNG CHÚA PHỤC SINH (TK)</vt:lpstr>
      <vt:lpstr>PowerPoint Presentation</vt:lpstr>
      <vt:lpstr>PowerPoint Presentation</vt:lpstr>
      <vt:lpstr>Dâng lễ        TIẾN CA PHỤC SINH (VDA)</vt:lpstr>
      <vt:lpstr>Dâng lễ        TIẾN CA PHỤC SINH (VDA)</vt:lpstr>
      <vt:lpstr>Dâng lễ        TIẾN CA PHỤC SINH (VDA)</vt:lpstr>
      <vt:lpstr>Dâng lễ        TIẾN CA PHỤC SINH (VDA)</vt:lpstr>
      <vt:lpstr>Dâng lễ        TIẾN CA PHỤC SINH (VDA)</vt:lpstr>
      <vt:lpstr>CA HIỆP LỄ</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Hiệp Lễ                    TÂM SỰ VỚI NGƯỜI SỐNG LẠI (VC)</vt:lpstr>
      <vt:lpstr>PowerPoint Presentation</vt:lpstr>
      <vt:lpstr>Kết Lễ                               KHẢI HOÀN CA 1 (325)</vt:lpstr>
      <vt:lpstr>Kết Lễ                               KHẢI HOÀN CA 1 (325)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1486</cp:revision>
  <dcterms:created xsi:type="dcterms:W3CDTF">2018-09-17T12:52:44Z</dcterms:created>
  <dcterms:modified xsi:type="dcterms:W3CDTF">2021-04-18T11:35:23Z</dcterms:modified>
</cp:coreProperties>
</file>