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8"/>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5517" r:id="rId22"/>
    <p:sldId id="4810" r:id="rId23"/>
    <p:sldId id="4811" r:id="rId24"/>
    <p:sldId id="4812" r:id="rId25"/>
    <p:sldId id="4813" r:id="rId26"/>
    <p:sldId id="4814" r:id="rId27"/>
    <p:sldId id="4815" r:id="rId28"/>
    <p:sldId id="4809" r:id="rId29"/>
    <p:sldId id="5527" r:id="rId30"/>
    <p:sldId id="5528" r:id="rId31"/>
    <p:sldId id="5529" r:id="rId32"/>
    <p:sldId id="5530" r:id="rId33"/>
    <p:sldId id="5531" r:id="rId34"/>
    <p:sldId id="5532" r:id="rId35"/>
    <p:sldId id="5533" r:id="rId36"/>
    <p:sldId id="5534" r:id="rId37"/>
    <p:sldId id="5535" r:id="rId38"/>
    <p:sldId id="5536" r:id="rId39"/>
    <p:sldId id="5537" r:id="rId40"/>
    <p:sldId id="5538" r:id="rId41"/>
    <p:sldId id="5539" r:id="rId42"/>
    <p:sldId id="5447" r:id="rId43"/>
    <p:sldId id="4220" r:id="rId44"/>
    <p:sldId id="4221" r:id="rId45"/>
    <p:sldId id="4222" r:id="rId46"/>
    <p:sldId id="1376" r:id="rId47"/>
    <p:sldId id="1377" r:id="rId48"/>
    <p:sldId id="5540" r:id="rId49"/>
    <p:sldId id="5513" r:id="rId50"/>
    <p:sldId id="5514" r:id="rId51"/>
    <p:sldId id="5541" r:id="rId52"/>
    <p:sldId id="5476" r:id="rId53"/>
    <p:sldId id="5477" r:id="rId54"/>
    <p:sldId id="3068" r:id="rId55"/>
    <p:sldId id="3069" r:id="rId56"/>
    <p:sldId id="3070" r:id="rId57"/>
    <p:sldId id="4106" r:id="rId58"/>
    <p:sldId id="3800" r:id="rId59"/>
    <p:sldId id="3801" r:id="rId60"/>
    <p:sldId id="3802" r:id="rId61"/>
    <p:sldId id="5542" r:id="rId62"/>
    <p:sldId id="3803" r:id="rId63"/>
    <p:sldId id="5543" r:id="rId64"/>
    <p:sldId id="3804" r:id="rId65"/>
    <p:sldId id="5544" r:id="rId66"/>
    <p:sldId id="5518" r:id="rId67"/>
    <p:sldId id="2851" r:id="rId68"/>
    <p:sldId id="2852" r:id="rId69"/>
    <p:sldId id="2853" r:id="rId70"/>
    <p:sldId id="2854" r:id="rId71"/>
    <p:sldId id="2855" r:id="rId72"/>
    <p:sldId id="2856" r:id="rId73"/>
    <p:sldId id="5545" r:id="rId74"/>
    <p:sldId id="5546" r:id="rId75"/>
    <p:sldId id="2859" r:id="rId76"/>
    <p:sldId id="4956" r:id="rId77"/>
    <p:sldId id="5547" r:id="rId78"/>
    <p:sldId id="5548" r:id="rId79"/>
    <p:sldId id="4945" r:id="rId80"/>
    <p:sldId id="4946" r:id="rId81"/>
    <p:sldId id="5549" r:id="rId82"/>
    <p:sldId id="5550" r:id="rId83"/>
    <p:sldId id="5519" r:id="rId84"/>
    <p:sldId id="3342" r:id="rId85"/>
    <p:sldId id="5523" r:id="rId86"/>
    <p:sldId id="5524" r:id="rId87"/>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86" d="100"/>
          <a:sy n="86" d="100"/>
        </p:scale>
        <p:origin x="1618" y="5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23/05/2021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1E4D914E-6825-4475-A990-0303B744F5B1}" type="slidenum">
              <a:rPr lang="vi-VN" smtClean="0"/>
              <a:pPr/>
              <a:t>29</a:t>
            </a:fld>
            <a:endParaRPr lang="vi-VN"/>
          </a:p>
        </p:txBody>
      </p:sp>
    </p:spTree>
    <p:extLst>
      <p:ext uri="{BB962C8B-B14F-4D97-AF65-F5344CB8AC3E}">
        <p14:creationId xmlns:p14="http://schemas.microsoft.com/office/powerpoint/2010/main" val="6671984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36</a:t>
            </a:fld>
            <a:endParaRPr lang="en-US"/>
          </a:p>
        </p:txBody>
      </p:sp>
    </p:spTree>
    <p:extLst>
      <p:ext uri="{BB962C8B-B14F-4D97-AF65-F5344CB8AC3E}">
        <p14:creationId xmlns:p14="http://schemas.microsoft.com/office/powerpoint/2010/main" val="10599215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1E4D914E-6825-4475-A990-0303B744F5B1}" type="slidenum">
              <a:rPr lang="vi-VN" smtClean="0"/>
              <a:pPr/>
              <a:t>43</a:t>
            </a:fld>
            <a:endParaRPr lang="vi-VN"/>
          </a:p>
        </p:txBody>
      </p:sp>
    </p:spTree>
    <p:extLst>
      <p:ext uri="{BB962C8B-B14F-4D97-AF65-F5344CB8AC3E}">
        <p14:creationId xmlns:p14="http://schemas.microsoft.com/office/powerpoint/2010/main" val="2227235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58</a:t>
            </a:fld>
            <a:endParaRPr lang="en-US"/>
          </a:p>
        </p:txBody>
      </p:sp>
    </p:spTree>
    <p:extLst>
      <p:ext uri="{BB962C8B-B14F-4D97-AF65-F5344CB8AC3E}">
        <p14:creationId xmlns:p14="http://schemas.microsoft.com/office/powerpoint/2010/main" val="24540163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28394198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8797729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1155047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3125578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2205642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64</a:t>
            </a:fld>
            <a:endParaRPr lang="en-US"/>
          </a:p>
        </p:txBody>
      </p:sp>
    </p:spTree>
    <p:extLst>
      <p:ext uri="{BB962C8B-B14F-4D97-AF65-F5344CB8AC3E}">
        <p14:creationId xmlns:p14="http://schemas.microsoft.com/office/powerpoint/2010/main" val="9650183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65</a:t>
            </a:fld>
            <a:endParaRPr lang="en-US"/>
          </a:p>
        </p:txBody>
      </p:sp>
    </p:spTree>
    <p:extLst>
      <p:ext uri="{BB962C8B-B14F-4D97-AF65-F5344CB8AC3E}">
        <p14:creationId xmlns:p14="http://schemas.microsoft.com/office/powerpoint/2010/main" val="13762133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23/05/2021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23/05/2021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1D390-FED8-40E3-819B-20FD4A6E951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3774C89-BBEE-4294-BD9C-372AC527811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851130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825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khấn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0657552"/>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19250"/>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64436318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Lạy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nhất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tâm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sức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không</a:t>
            </a:r>
            <a:r>
              <a:rPr lang="en-US" sz="5400" b="1" dirty="0">
                <a:solidFill>
                  <a:schemeClr val="tx1"/>
                </a:solidFill>
                <a:latin typeface="Times New Roman" panose="02020603050405020304" pitchFamily="18" charset="0"/>
                <a:cs typeface="Times New Roman" panose="02020603050405020304" pitchFamily="18" charset="0"/>
              </a:rPr>
              <a:t> lay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chứng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695119529"/>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6410"/>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90522428"/>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hữu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lửa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long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9498451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DÂNG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1120"/>
            <a:ext cx="9144000" cy="5773675"/>
          </a:xfrm>
        </p:spPr>
        <p:txBody>
          <a:bodyPr>
            <a:noAutofit/>
          </a:bodyPr>
          <a:lstStyle/>
          <a:p>
            <a:pPr algn="just"/>
            <a:r>
              <a:rPr lang="vi-VN" sz="6000" b="1" dirty="0">
                <a:solidFill>
                  <a:schemeClr val="tx1"/>
                </a:solidFill>
                <a:latin typeface="+mj-lt"/>
              </a:rPr>
              <a:t>ĐK: Xin dâng Chúa trọn đời con như làn gió nhẹ, quyện làn hương của tình Chúa để con chia sẽ cho nhân thế.</a:t>
            </a:r>
          </a:p>
        </p:txBody>
      </p:sp>
    </p:spTree>
    <p:extLst>
      <p:ext uri="{BB962C8B-B14F-4D97-AF65-F5344CB8AC3E}">
        <p14:creationId xmlns:p14="http://schemas.microsoft.com/office/powerpoint/2010/main" val="117553094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DÂNG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38200"/>
            <a:ext cx="9144000" cy="5773675"/>
          </a:xfrm>
        </p:spPr>
        <p:txBody>
          <a:bodyPr>
            <a:noAutofit/>
          </a:bodyPr>
          <a:lstStyle/>
          <a:p>
            <a:pPr algn="just"/>
            <a:r>
              <a:rPr lang="vi-VN" sz="6000" b="1" dirty="0">
                <a:solidFill>
                  <a:schemeClr val="tx1"/>
                </a:solidFill>
                <a:latin typeface="+mj-lt"/>
              </a:rPr>
              <a:t>Trọn đời con là lời mang sứ điệp Tin Mừng, là dòng sông mang đến cho nhân trần phù sa chứa chan hồng ân.</a:t>
            </a:r>
          </a:p>
        </p:txBody>
      </p:sp>
    </p:spTree>
    <p:extLst>
      <p:ext uri="{BB962C8B-B14F-4D97-AF65-F5344CB8AC3E}">
        <p14:creationId xmlns:p14="http://schemas.microsoft.com/office/powerpoint/2010/main" val="789966186"/>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4782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a:t>
            </a:r>
            <a:r>
              <a:rPr lang="en-US" sz="5400" b="1" dirty="0">
                <a:latin typeface="Times New Roman" pitchFamily="18" charset="0"/>
                <a:cs typeface="Times New Roman" pitchFamily="18" charset="0"/>
              </a:rPr>
              <a:t> </a:t>
            </a:r>
            <a:r>
              <a:rPr lang="en-US" sz="5400" b="1" err="1">
                <a:latin typeface="Times New Roman" pitchFamily="18" charset="0"/>
                <a:cs typeface="Times New Roman" pitchFamily="18" charset="0"/>
              </a:rPr>
              <a:t>ái</a:t>
            </a:r>
            <a:r>
              <a:rPr lang="en-US" sz="5400" b="1">
                <a:latin typeface="Times New Roman" pitchFamily="18" charset="0"/>
                <a:cs typeface="Times New Roman" pitchFamily="18" charset="0"/>
              </a:rPr>
              <a:t> xin </a:t>
            </a:r>
            <a:r>
              <a:rPr lang="en-US" sz="5400" b="1" dirty="0">
                <a:latin typeface="Times New Roman" pitchFamily="18" charset="0"/>
                <a:cs typeface="Times New Roman" pitchFamily="18" charset="0"/>
              </a:rPr>
              <a:t>ban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soi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trí</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LỬA TÌNH YÊU (DCH)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39980092"/>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63694355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478558355"/>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2075"/>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Ta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52977503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595"/>
            <a:ext cx="9144000" cy="51054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sai</a:t>
            </a:r>
            <a:r>
              <a:rPr lang="en-US" sz="5400" b="1" dirty="0">
                <a:latin typeface="Times New Roman" pitchFamily="18" charset="0"/>
                <a:cs typeface="Times New Roman" pitchFamily="18" charset="0"/>
              </a:rPr>
              <a:t> ta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Lãnh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223677290"/>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12875"/>
            <a:ext cx="9144000" cy="5105400"/>
          </a:xfrm>
        </p:spPr>
        <p:txBody>
          <a:bodyPr>
            <a:noAutofit/>
          </a:bodyPr>
          <a:lstStyle/>
          <a:p>
            <a:pPr algn="just"/>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sai</a:t>
            </a:r>
            <a:r>
              <a:rPr lang="en-US" sz="5400" b="1" dirty="0">
                <a:latin typeface="Times New Roman" pitchFamily="18" charset="0"/>
                <a:cs typeface="Times New Roman" pitchFamily="18" charset="0"/>
              </a:rPr>
              <a:t> ta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a:t>
            </a:r>
            <a:r>
              <a:rPr lang="en-US" sz="5400" b="1" dirty="0" err="1">
                <a:latin typeface="Times New Roman" pitchFamily="18" charset="0"/>
                <a:cs typeface="Times New Roman" pitchFamily="18" charset="0"/>
              </a:rPr>
              <a:t>báo</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mới</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loài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85856748"/>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C5FC-8BB0-462D-BB28-70A53D0509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7FB29B2-1B19-4656-91AA-EE2D11E5DC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1614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825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khấn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7374913"/>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19250"/>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191361525"/>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Lạy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nhất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tâm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sức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không</a:t>
            </a:r>
            <a:r>
              <a:rPr lang="en-US" sz="5400" b="1" dirty="0">
                <a:solidFill>
                  <a:schemeClr val="tx1"/>
                </a:solidFill>
                <a:latin typeface="Times New Roman" panose="02020603050405020304" pitchFamily="18" charset="0"/>
                <a:cs typeface="Times New Roman" panose="02020603050405020304" pitchFamily="18" charset="0"/>
              </a:rPr>
              <a:t> lay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chứng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967013035"/>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khấn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ngự</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đang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Mở</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soi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đường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ái</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79275626"/>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Xin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uốn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nắn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nẻo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quanh</a:t>
            </a:r>
            <a:r>
              <a:rPr lang="en-US" sz="5400" b="1" dirty="0">
                <a:solidFill>
                  <a:schemeClr val="tx1"/>
                </a:solidFill>
                <a:latin typeface="Times New Roman" panose="02020603050405020304" pitchFamily="18" charset="0"/>
                <a:cs typeface="Times New Roman" panose="02020603050405020304" pitchFamily="18" charset="0"/>
              </a:rPr>
              <a:t> co </a:t>
            </a:r>
            <a:r>
              <a:rPr lang="en-US" sz="5400" b="1" dirty="0" err="1">
                <a:solidFill>
                  <a:schemeClr val="tx1"/>
                </a:solidFill>
                <a:latin typeface="Times New Roman" panose="02020603050405020304" pitchFamily="18" charset="0"/>
                <a:cs typeface="Times New Roman" panose="02020603050405020304" pitchFamily="18" charset="0"/>
              </a:rPr>
              <a:t>sai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lầm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đường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ngay</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129517492"/>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Lạy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nhất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tâm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sức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không</a:t>
            </a:r>
            <a:r>
              <a:rPr lang="en-US" sz="5400" b="1" dirty="0">
                <a:solidFill>
                  <a:schemeClr val="tx1"/>
                </a:solidFill>
                <a:latin typeface="Times New Roman" panose="02020603050405020304" pitchFamily="18" charset="0"/>
                <a:cs typeface="Times New Roman" panose="02020603050405020304" pitchFamily="18" charset="0"/>
              </a:rPr>
              <a:t> lay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chứng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331061588"/>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khấn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ngự</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đang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lạc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hướng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chung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15312974"/>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Xin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giúp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chỉ</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ai </a:t>
            </a:r>
            <a:r>
              <a:rPr lang="en-US" sz="5400" b="1" dirty="0" err="1">
                <a:solidFill>
                  <a:schemeClr val="tx1"/>
                </a:solidFill>
                <a:latin typeface="Times New Roman" panose="02020603050405020304" pitchFamily="18" charset="0"/>
                <a:cs typeface="Times New Roman" panose="02020603050405020304" pitchFamily="18" charset="0"/>
              </a:rPr>
              <a:t>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chưa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73836527"/>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Lạy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nhất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tâm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sức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không</a:t>
            </a:r>
            <a:r>
              <a:rPr lang="en-US" sz="5400" b="1" dirty="0">
                <a:solidFill>
                  <a:schemeClr val="tx1"/>
                </a:solidFill>
                <a:latin typeface="Times New Roman" panose="02020603050405020304" pitchFamily="18" charset="0"/>
                <a:cs typeface="Times New Roman" panose="02020603050405020304" pitchFamily="18" charset="0"/>
              </a:rPr>
              <a:t> lay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chứng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509710069"/>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6410"/>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7927669"/>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hữu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lửa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long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9214391"/>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DÂNG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38200"/>
            <a:ext cx="9144000" cy="5773675"/>
          </a:xfrm>
        </p:spPr>
        <p:txBody>
          <a:bodyPr>
            <a:noAutofit/>
          </a:bodyPr>
          <a:lstStyle/>
          <a:p>
            <a:pPr algn="just"/>
            <a:r>
              <a:rPr lang="vi-VN" sz="6000" b="1" dirty="0">
                <a:solidFill>
                  <a:schemeClr val="tx1"/>
                </a:solidFill>
                <a:latin typeface="+mj-lt"/>
              </a:rPr>
              <a:t>1. Đời con như của lễ không hề ngưng, như tấm bánh luôn để dâng. Tình con như ánh nến luôn bừng cháy trong tình Chúa sáng như hừng đông.</a:t>
            </a:r>
          </a:p>
        </p:txBody>
      </p:sp>
    </p:spTree>
    <p:extLst>
      <p:ext uri="{BB962C8B-B14F-4D97-AF65-F5344CB8AC3E}">
        <p14:creationId xmlns:p14="http://schemas.microsoft.com/office/powerpoint/2010/main" val="7864874"/>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DÂNG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1120"/>
            <a:ext cx="9144000" cy="5773675"/>
          </a:xfrm>
        </p:spPr>
        <p:txBody>
          <a:bodyPr>
            <a:noAutofit/>
          </a:bodyPr>
          <a:lstStyle/>
          <a:p>
            <a:pPr algn="just"/>
            <a:r>
              <a:rPr lang="vi-VN" sz="6000" b="1" dirty="0">
                <a:solidFill>
                  <a:schemeClr val="tx1"/>
                </a:solidFill>
                <a:latin typeface="+mj-lt"/>
              </a:rPr>
              <a:t>ĐK: Xin dâng Chúa trọn đời con như làn gió nhẹ, quyện làn hương của tình Chúa để con chia sẽ cho nhân thế.</a:t>
            </a:r>
          </a:p>
        </p:txBody>
      </p:sp>
    </p:spTree>
    <p:extLst>
      <p:ext uri="{BB962C8B-B14F-4D97-AF65-F5344CB8AC3E}">
        <p14:creationId xmlns:p14="http://schemas.microsoft.com/office/powerpoint/2010/main" val="2156074156"/>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DÂNG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38200"/>
            <a:ext cx="9144000" cy="5773675"/>
          </a:xfrm>
        </p:spPr>
        <p:txBody>
          <a:bodyPr>
            <a:noAutofit/>
          </a:bodyPr>
          <a:lstStyle/>
          <a:p>
            <a:pPr algn="just"/>
            <a:r>
              <a:rPr lang="vi-VN" sz="6000" b="1" dirty="0">
                <a:solidFill>
                  <a:schemeClr val="tx1"/>
                </a:solidFill>
                <a:latin typeface="+mj-lt"/>
              </a:rPr>
              <a:t>Trọn đời con là lời mang sứ điệp Tin Mừng, là dòng sông mang đến cho nhân trần phù sa chứa chan hồng ân.</a:t>
            </a:r>
          </a:p>
        </p:txBody>
      </p:sp>
    </p:spTree>
    <p:extLst>
      <p:ext uri="{BB962C8B-B14F-4D97-AF65-F5344CB8AC3E}">
        <p14:creationId xmlns:p14="http://schemas.microsoft.com/office/powerpoint/2010/main" val="1174380456"/>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0326"/>
            <a:ext cx="9144000" cy="484277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00150"/>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lửa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dịu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đổi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mới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quyền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LỬA TÌNH YÊU (DCH)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00060050"/>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4782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a:t>
            </a:r>
            <a:r>
              <a:rPr lang="en-US" sz="5400" b="1" dirty="0">
                <a:latin typeface="Times New Roman" pitchFamily="18" charset="0"/>
                <a:cs typeface="Times New Roman" pitchFamily="18" charset="0"/>
              </a:rPr>
              <a:t> </a:t>
            </a:r>
            <a:r>
              <a:rPr lang="en-US" sz="5400" b="1" err="1">
                <a:latin typeface="Times New Roman" pitchFamily="18" charset="0"/>
                <a:cs typeface="Times New Roman" pitchFamily="18" charset="0"/>
              </a:rPr>
              <a:t>ái</a:t>
            </a:r>
            <a:r>
              <a:rPr lang="en-US" sz="5400" b="1">
                <a:latin typeface="Times New Roman" pitchFamily="18" charset="0"/>
                <a:cs typeface="Times New Roman" pitchFamily="18" charset="0"/>
              </a:rPr>
              <a:t> xin </a:t>
            </a:r>
            <a:r>
              <a:rPr lang="en-US" sz="5400" b="1" dirty="0">
                <a:latin typeface="Times New Roman" pitchFamily="18" charset="0"/>
                <a:cs typeface="Times New Roman" pitchFamily="18" charset="0"/>
              </a:rPr>
              <a:t>ban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soi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trí</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LỬA TÌNH YÊU (DCH)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15947880"/>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33500"/>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err="1">
                <a:latin typeface="Times New Roman" pitchFamily="18" charset="0"/>
                <a:cs typeface="Times New Roman" pitchFamily="18" charset="0"/>
              </a:rPr>
              <a:t>Thần</a:t>
            </a:r>
            <a:r>
              <a:rPr lang="en-US" sz="5400" b="1">
                <a:latin typeface="Times New Roman" pitchFamily="18" charset="0"/>
                <a:cs typeface="Times New Roman" pitchFamily="18" charset="0"/>
              </a:rPr>
              <a:t> nguồn </a:t>
            </a:r>
            <a:r>
              <a:rPr lang="en-US" sz="5400" b="1" dirty="0" err="1">
                <a:latin typeface="Times New Roman" pitchFamily="18" charset="0"/>
                <a:cs typeface="Times New Roman" pitchFamily="18" charset="0"/>
              </a:rPr>
              <a:t>suối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loại</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bởi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ủi</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kẻ</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LỬA TÌNH YÊU (DCH)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17914927"/>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4782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a:t>
            </a:r>
            <a:r>
              <a:rPr lang="en-US" sz="5400" b="1" dirty="0">
                <a:latin typeface="Times New Roman" pitchFamily="18" charset="0"/>
                <a:cs typeface="Times New Roman" pitchFamily="18" charset="0"/>
              </a:rPr>
              <a:t> </a:t>
            </a:r>
            <a:r>
              <a:rPr lang="en-US" sz="5400" b="1" err="1">
                <a:latin typeface="Times New Roman" pitchFamily="18" charset="0"/>
                <a:cs typeface="Times New Roman" pitchFamily="18" charset="0"/>
              </a:rPr>
              <a:t>ái</a:t>
            </a:r>
            <a:r>
              <a:rPr lang="en-US" sz="5400" b="1">
                <a:latin typeface="Times New Roman" pitchFamily="18" charset="0"/>
                <a:cs typeface="Times New Roman" pitchFamily="18" charset="0"/>
              </a:rPr>
              <a:t> xin </a:t>
            </a:r>
            <a:r>
              <a:rPr lang="en-US" sz="5400" b="1" dirty="0">
                <a:latin typeface="Times New Roman" pitchFamily="18" charset="0"/>
                <a:cs typeface="Times New Roman" pitchFamily="18" charset="0"/>
              </a:rPr>
              <a:t>ban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soi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trí</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LỬA TÌNH YÊU (DCH)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45079231"/>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23950"/>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chung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LỬA TÌNH YÊU (DCH)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32340814"/>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4782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a:t>
            </a:r>
            <a:r>
              <a:rPr lang="en-US" sz="5400" b="1" dirty="0">
                <a:latin typeface="Times New Roman" pitchFamily="18" charset="0"/>
                <a:cs typeface="Times New Roman" pitchFamily="18" charset="0"/>
              </a:rPr>
              <a:t> </a:t>
            </a:r>
            <a:r>
              <a:rPr lang="en-US" sz="5400" b="1" err="1">
                <a:latin typeface="Times New Roman" pitchFamily="18" charset="0"/>
                <a:cs typeface="Times New Roman" pitchFamily="18" charset="0"/>
              </a:rPr>
              <a:t>ái</a:t>
            </a:r>
            <a:r>
              <a:rPr lang="en-US" sz="5400" b="1">
                <a:latin typeface="Times New Roman" pitchFamily="18" charset="0"/>
                <a:cs typeface="Times New Roman" pitchFamily="18" charset="0"/>
              </a:rPr>
              <a:t> xin </a:t>
            </a:r>
            <a:r>
              <a:rPr lang="en-US" sz="5400" b="1" dirty="0">
                <a:latin typeface="Times New Roman" pitchFamily="18" charset="0"/>
                <a:cs typeface="Times New Roman" pitchFamily="18" charset="0"/>
              </a:rPr>
              <a:t>ban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soi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trí</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LỬA TÌNH YÊU (DCH)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99794134"/>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23950"/>
            <a:ext cx="9144000" cy="5410200"/>
          </a:xfrm>
        </p:spPr>
        <p:txBody>
          <a:bodyPr>
            <a:noAutofit/>
          </a:bodyPr>
          <a:lstStyle/>
          <a:p>
            <a:pPr algn="just"/>
            <a:r>
              <a:rPr lang="en-US" sz="5400" b="1" dirty="0">
                <a:latin typeface="Times New Roman" pitchFamily="18" charset="0"/>
                <a:cs typeface="Times New Roman" pitchFamily="18" charset="0"/>
              </a:rPr>
              <a:t>4.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lửa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soi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đổ</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LỬA TÌNH YÊU (DCH)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66343369"/>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4782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a:t>
            </a:r>
            <a:r>
              <a:rPr lang="en-US" sz="5400" b="1" dirty="0">
                <a:latin typeface="Times New Roman" pitchFamily="18" charset="0"/>
                <a:cs typeface="Times New Roman" pitchFamily="18" charset="0"/>
              </a:rPr>
              <a:t> </a:t>
            </a:r>
            <a:r>
              <a:rPr lang="en-US" sz="5400" b="1" err="1">
                <a:latin typeface="Times New Roman" pitchFamily="18" charset="0"/>
                <a:cs typeface="Times New Roman" pitchFamily="18" charset="0"/>
              </a:rPr>
              <a:t>ái</a:t>
            </a:r>
            <a:r>
              <a:rPr lang="en-US" sz="5400" b="1">
                <a:latin typeface="Times New Roman" pitchFamily="18" charset="0"/>
                <a:cs typeface="Times New Roman" pitchFamily="18" charset="0"/>
              </a:rPr>
              <a:t> xin </a:t>
            </a:r>
            <a:r>
              <a:rPr lang="en-US" sz="5400" b="1" dirty="0">
                <a:latin typeface="Times New Roman" pitchFamily="18" charset="0"/>
                <a:cs typeface="Times New Roman" pitchFamily="18" charset="0"/>
              </a:rPr>
              <a:t>ban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soi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trí</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LỬA TÌNH YÊU (DCH)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608625"/>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0A7B7-87C1-4C76-A5F2-D1C8F87839D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54F9BBE-9510-4296-B71B-E7382182775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2167398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1. Khi con nghe tiếng kêu mời gọi con đi gieo niềm tin mới. Con nay như thấy ngỡ ngàng vì Chúa đã đoái thương chọn con.</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520796554"/>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Rồi một ngày Thánh Thần Chúa đã đến thánh hiến con cho Ngài. Sai con đi khắp mọi nơi, rắc gieo tin vui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360197572"/>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75163643"/>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49896165"/>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2. Con say sưa với tháng ngày tình yêu cho con nguồn sức sống. Con hân hoan bước lên đường hồng phúc bát ngát xanh đồi nương.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086573673"/>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Để tìm lại những tình thương quá khứ héo úa trong muôn lòng. Cho quên đi những sầu vương Chúa ôi xin thương ai đoạn trường.</a:t>
            </a:r>
            <a:endParaRPr lang="vi-VN" sz="85700" b="1" dirty="0">
              <a:latin typeface="+mj-lt"/>
              <a:cs typeface="Times New Roman" panose="02020603050405020304" pitchFamily="18" charset="0"/>
            </a:endParaRPr>
          </a:p>
        </p:txBody>
      </p:sp>
    </p:spTree>
    <p:extLst>
      <p:ext uri="{BB962C8B-B14F-4D97-AF65-F5344CB8AC3E}">
        <p14:creationId xmlns:p14="http://schemas.microsoft.com/office/powerpoint/2010/main" val="1276485885"/>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291059121"/>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207593146"/>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3. Trong tâm tư biết bao người ngày đêm cô đơn buồn không nói. Nhưng đâu ai đến với họ để hát tiếng hát trong niềm vui.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934037546"/>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nhiều</a:t>
            </a:r>
            <a:r>
              <a:rPr lang="en-US" sz="5400" b="1" dirty="0">
                <a:solidFill>
                  <a:schemeClr val="tx1"/>
                </a:solidFill>
                <a:latin typeface="Times New Roman" panose="02020603050405020304" pitchFamily="18" charset="0"/>
                <a:cs typeface="Times New Roman" panose="02020603050405020304" pitchFamily="18" charset="0"/>
              </a:rPr>
              <a:t> ng</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vắng</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nụ</a:t>
            </a:r>
            <a:r>
              <a:rPr lang="en-US" sz="5400" b="1" dirty="0">
                <a:latin typeface="Times New Roman" panose="02020603050405020304" pitchFamily="18" charset="0"/>
                <a:cs typeface="Times New Roman" panose="02020603050405020304" pitchFamily="18" charset="0"/>
              </a:rPr>
              <a:t> c</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c</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tan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30264869"/>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532630546"/>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2095213"/>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4. Xin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suốt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b</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xinh</a:t>
            </a:r>
            <a:r>
              <a:rPr lang="en-US" sz="5400" b="1" dirty="0">
                <a:latin typeface="Times New Roman" panose="02020603050405020304" pitchFamily="18" charset="0"/>
                <a:cs typeface="Times New Roman" panose="02020603050405020304" pitchFamily="18" charset="0"/>
              </a:rPr>
              <a:t>. </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3323723"/>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Nguyện một đời con tìm đến với hết tất cả những ai chân tình. Để tình người mãi còn xanh ngát hương như hoa xuân trên cành.</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47987856"/>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575657351"/>
      </p:ext>
    </p:extLst>
  </p:cSld>
  <p:clrMapOvr>
    <a:masterClrMapping/>
  </p:clrMapOv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2851703"/>
      </p:ext>
    </p:extLst>
  </p:cSld>
  <p:clrMapOvr>
    <a:masterClrMapping/>
  </p:clrMapOv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25A46-D5F4-4B4B-802E-EEDED37815A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0E02966-13F7-491E-A900-E903407504A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5008429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2075"/>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Ta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877721773"/>
      </p:ext>
    </p:extLst>
  </p:cSld>
  <p:clrMapOvr>
    <a:masterClrMapping/>
  </p:clrMapOv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595"/>
            <a:ext cx="9144000" cy="51054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sai</a:t>
            </a:r>
            <a:r>
              <a:rPr lang="en-US" sz="5400" b="1" dirty="0">
                <a:latin typeface="Times New Roman" pitchFamily="18" charset="0"/>
                <a:cs typeface="Times New Roman" pitchFamily="18" charset="0"/>
              </a:rPr>
              <a:t> ta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Lãnh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149283550"/>
      </p:ext>
    </p:extLst>
  </p:cSld>
  <p:clrMapOvr>
    <a:masterClrMapping/>
  </p:clrMapOv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12875"/>
            <a:ext cx="9144000" cy="5105400"/>
          </a:xfrm>
        </p:spPr>
        <p:txBody>
          <a:bodyPr>
            <a:noAutofit/>
          </a:bodyPr>
          <a:lstStyle/>
          <a:p>
            <a:pPr algn="just"/>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sai</a:t>
            </a:r>
            <a:r>
              <a:rPr lang="en-US" sz="5400" b="1" dirty="0">
                <a:latin typeface="Times New Roman" pitchFamily="18" charset="0"/>
                <a:cs typeface="Times New Roman" pitchFamily="18" charset="0"/>
              </a:rPr>
              <a:t> ta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a:t>
            </a:r>
            <a:r>
              <a:rPr lang="en-US" sz="5400" b="1" dirty="0" err="1">
                <a:latin typeface="Times New Roman" pitchFamily="18" charset="0"/>
                <a:cs typeface="Times New Roman" pitchFamily="18" charset="0"/>
              </a:rPr>
              <a:t>báo</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mới</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loài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583084332"/>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6073</TotalTime>
  <Words>3602</Words>
  <Application>Microsoft Office PowerPoint</Application>
  <PresentationFormat>On-screen Show (4:3)</PresentationFormat>
  <Paragraphs>212</Paragraphs>
  <Slides>86</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86</vt:i4>
      </vt:variant>
    </vt:vector>
  </HeadingPairs>
  <TitlesOfParts>
    <vt:vector size="91"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THÁNH THẦN HÃY ĐẾN 333 </vt:lpstr>
      <vt:lpstr>Nhập Lễ                                     THÁNH THẦN HÃY ĐẾN 333 </vt:lpstr>
      <vt:lpstr>Nhập Lễ                                     THÁNH THẦN HÃY ĐẾN 333 </vt:lpstr>
      <vt:lpstr>PowerPoint Presentation</vt:lpstr>
      <vt:lpstr>PowerPoint Presentation</vt:lpstr>
      <vt:lpstr>Dâng Lễ                                                 XIN DÂNG NK</vt:lpstr>
      <vt:lpstr>Dâng Lễ                                                 XIN DÂNG NK</vt:lpstr>
      <vt:lpstr>Hiệp Lễ                         LỬA TÌNH YÊU (DCH)</vt:lpstr>
      <vt:lpstr>Hiệp Lễ                                   CHỨNG NHÂN TÌNH YÊU 140</vt:lpstr>
      <vt:lpstr>Hiệp Lễ                                   CHỨNG NHÂN TÌNH YÊU 140</vt:lpstr>
      <vt:lpstr>Kết lễ                                           NHÂN CHỨNG PHÚC ÂM 250</vt:lpstr>
      <vt:lpstr>Kết lễ                                           NHÂN CHỨNG PHÚC ÂM 250</vt:lpstr>
      <vt:lpstr>Kết lễ                                           NHÂN CHỨNG PHÚC ÂM 250</vt:lpstr>
      <vt:lpstr>PowerPoint Presentation</vt:lpstr>
      <vt:lpstr>Nhập Lễ                                     THÁNH THẦN HÃY ĐẾN 333 </vt:lpstr>
      <vt:lpstr>Nhập Lễ                                     THÁNH THẦN HÃY ĐẾN 333 </vt:lpstr>
      <vt:lpstr>Nhập Lễ                                     THÁNH THẦN HÃY ĐẾN 333 </vt:lpstr>
      <vt:lpstr>Nhập Lễ                                     THÁNH THẦN HÃY ĐẾN 333 </vt:lpstr>
      <vt:lpstr>Nhập Lễ                                     THÁNH THẦN HÃY ĐẾN 333 </vt:lpstr>
      <vt:lpstr>Nhập Lễ                                     THÁNH THẦN HÃY ĐẾN 333 </vt:lpstr>
      <vt:lpstr>Nhập Lễ                                     THÁNH THẦN HÃY ĐẾN 333 </vt:lpstr>
      <vt:lpstr>Nhập Lễ                                     THÁNH THẦN HÃY ĐẾN 333 </vt:lpstr>
      <vt:lpstr>Nhập Lễ                                     THÁNH THẦN HÃY ĐẾN 333 </vt:lpstr>
      <vt:lpstr>PowerPoint Presentation</vt:lpstr>
      <vt:lpstr>PowerPoint Presentation</vt:lpstr>
      <vt:lpstr>Dâng Lễ                                                 XIN DÂNG NK</vt:lpstr>
      <vt:lpstr>Dâng Lễ                                                 XIN DÂNG NK</vt:lpstr>
      <vt:lpstr>Dâng Lễ                                                 XIN DÂNG NK</vt:lpstr>
      <vt:lpstr>CA HIỆP LỄ</vt:lpstr>
      <vt:lpstr>Hiệp Lễ                         LỬA TÌNH YÊU (DCH)</vt:lpstr>
      <vt:lpstr>Hiệp Lễ                         LỬA TÌNH YÊU (DCH)</vt:lpstr>
      <vt:lpstr>Hiệp Lễ                         LỬA TÌNH YÊU (DCH)</vt:lpstr>
      <vt:lpstr>Hiệp Lễ                         LỬA TÌNH YÊU (DCH)</vt:lpstr>
      <vt:lpstr>Hiệp Lễ                         LỬA TÌNH YÊU (DCH)</vt:lpstr>
      <vt:lpstr>Hiệp Lễ                         LỬA TÌNH YÊU (DCH)</vt:lpstr>
      <vt:lpstr>Hiệp Lễ                         LỬA TÌNH YÊU (DCH)</vt:lpstr>
      <vt:lpstr>Hiệp Lễ                         LỬA TÌNH YÊU (DCH)</vt:lpstr>
      <vt:lpstr>PowerPoint Presentation</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PowerPoint Presentation</vt:lpstr>
      <vt:lpstr>Kết lễ                                           NHÂN CHỨNG PHÚC ÂM 250</vt:lpstr>
      <vt:lpstr>Kết lễ                                           NHÂN CHỨNG PHÚC ÂM 250</vt:lpstr>
      <vt:lpstr>Kết lễ                                           NHÂN CHỨNG PHÚC ÂM 250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 Tran</cp:lastModifiedBy>
  <cp:revision>1518</cp:revision>
  <dcterms:created xsi:type="dcterms:W3CDTF">2018-09-17T12:52:44Z</dcterms:created>
  <dcterms:modified xsi:type="dcterms:W3CDTF">2021-05-23T08:31:58Z</dcterms:modified>
</cp:coreProperties>
</file>