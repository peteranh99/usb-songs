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3"/>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905" r:id="rId29"/>
    <p:sldId id="4925" r:id="rId30"/>
    <p:sldId id="4926" r:id="rId31"/>
    <p:sldId id="4927" r:id="rId32"/>
    <p:sldId id="4928" r:id="rId33"/>
    <p:sldId id="4929" r:id="rId34"/>
    <p:sldId id="4930" r:id="rId35"/>
    <p:sldId id="4931" r:id="rId36"/>
    <p:sldId id="4932" r:id="rId37"/>
    <p:sldId id="4675" r:id="rId38"/>
    <p:sldId id="2885" r:id="rId39"/>
    <p:sldId id="2886" r:id="rId40"/>
    <p:sldId id="4909" r:id="rId41"/>
    <p:sldId id="2888" r:id="rId42"/>
    <p:sldId id="4910" r:id="rId43"/>
    <p:sldId id="4653" r:id="rId44"/>
    <p:sldId id="4654" r:id="rId45"/>
    <p:sldId id="2892" r:id="rId46"/>
    <p:sldId id="2893" r:id="rId47"/>
    <p:sldId id="2894" r:id="rId48"/>
    <p:sldId id="4911" r:id="rId49"/>
    <p:sldId id="4106" r:id="rId50"/>
    <p:sldId id="4907" r:id="rId51"/>
    <p:sldId id="4912" r:id="rId52"/>
    <p:sldId id="4913" r:id="rId53"/>
    <p:sldId id="4914" r:id="rId54"/>
    <p:sldId id="4915" r:id="rId55"/>
    <p:sldId id="4920" r:id="rId56"/>
    <p:sldId id="4916" r:id="rId57"/>
    <p:sldId id="4917" r:id="rId58"/>
    <p:sldId id="4921" r:id="rId59"/>
    <p:sldId id="4918" r:id="rId60"/>
    <p:sldId id="4919" r:id="rId61"/>
    <p:sldId id="4922" r:id="rId62"/>
    <p:sldId id="2904" r:id="rId63"/>
    <p:sldId id="2905" r:id="rId64"/>
    <p:sldId id="4924" r:id="rId65"/>
    <p:sldId id="4890" r:id="rId66"/>
    <p:sldId id="4502" r:id="rId67"/>
    <p:sldId id="4503" r:id="rId68"/>
    <p:sldId id="4504" r:id="rId69"/>
    <p:sldId id="4505" r:id="rId70"/>
    <p:sldId id="4506" r:id="rId71"/>
    <p:sldId id="4507" r:id="rId7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p:scale>
          <a:sx n="66" d="100"/>
          <a:sy n="66" d="100"/>
        </p:scale>
        <p:origin x="2069" y="485"/>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10/01/2021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10/01/2021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43840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ĐÂY LỜI CHÚA PHÁN (TVV)</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9710"/>
            <a:ext cx="9144000" cy="4479378"/>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chọn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ban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308711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ĐÂY LỜI CHÚA PHÁN (TVV)</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45021"/>
            <a:ext cx="9144000" cy="4479378"/>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0211704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439757"/>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tuyên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Ta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9178499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HIẾN TẾ 55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449620"/>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7977"/>
            <a:ext cx="9144000" cy="6177534"/>
          </a:xfrm>
        </p:spPr>
        <p:txBody>
          <a:bodyPr>
            <a:noAutofit/>
          </a:bodyPr>
          <a:lstStyle/>
          <a:p>
            <a:pPr algn="just"/>
            <a:r>
              <a:rPr lang="vi-VN" sz="5400" b="1" dirty="0">
                <a:latin typeface="+mj-lt"/>
              </a:rPr>
              <a:t>ĐK: Từ dòng nước bước lên Ngài ngước lên trời cầu xin ơn trên, thì này tầng trời mở ra Thánh Thần ngự xuống trên Người như chim bồ câu. Và có tiếng Chúa từ trời cao: "Con là Con yêu dấu của Cha Con rất đẹp lòng Cha".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7050204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ĐỀN TẠ TRÁI TIM MẸ (NKT)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Fatima,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nỉ</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la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ngần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1105767"/>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ĐỀN TẠ TRÁI TIM MẸ (NKT)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gió</a:t>
            </a:r>
            <a:r>
              <a:rPr lang="en-US" sz="5400" b="1" dirty="0">
                <a:latin typeface="Times New Roman" panose="02020603050405020304" pitchFamily="18" charset="0"/>
                <a:cs typeface="Times New Roman" panose="02020603050405020304" pitchFamily="18" charset="0"/>
              </a:rPr>
              <a:t> con lo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con lo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con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2390443"/>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8445F-18CC-403C-BE0F-337DE12047E0}"/>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1BF46068-8E2C-4608-B732-CD57D295FE91}"/>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9375888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ĐÂY LỜI CHÚA PHÁN (TVV)</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9710"/>
            <a:ext cx="9144000" cy="4479378"/>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chọn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ban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2982983"/>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ĐÂY LỜI CHÚA PHÁN (TVV)</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45021"/>
            <a:ext cx="9144000" cy="4479378"/>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6455691"/>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ĐÂY LỜI CHÚA PHÁN (TVV)</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9710"/>
            <a:ext cx="9144000" cy="4479378"/>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chọn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ban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04779789"/>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ĐÂY LỜI CHÚA PHÁN (TVV)</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45021"/>
            <a:ext cx="9144000" cy="4479378"/>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chăm</a:t>
            </a:r>
            <a:r>
              <a:rPr lang="en-US" sz="5400" b="1" dirty="0">
                <a:latin typeface="Times New Roman" panose="02020603050405020304" pitchFamily="18" charset="0"/>
                <a:cs typeface="Times New Roman" panose="02020603050405020304" pitchFamily="18" charset="0"/>
              </a:rPr>
              <a:t> lo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07975218"/>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ĐÂY LỜI CHÚA PHÁN (TVV)</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9710"/>
            <a:ext cx="9144000" cy="4479378"/>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chọn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Ta ban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1829839"/>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tuyên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Ta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HIẾN TẾ 55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8534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ngon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mồ</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54498022"/>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HIẾN TẾ 55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76848809"/>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HIẾN TẾ 55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9616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mồ</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35822930"/>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HIẾN TẾ 55 (NK)</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58242391"/>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Gio</a:t>
            </a:r>
            <a:r>
              <a:rPr lang="en-US" sz="5400" b="1" dirty="0">
                <a:latin typeface="Times New Roman" panose="02020603050405020304" pitchFamily="18" charset="0"/>
                <a:cs typeface="Times New Roman" panose="02020603050405020304" pitchFamily="18" charset="0"/>
              </a:rPr>
              <a:t>-an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6108"/>
            <a:ext cx="9144000" cy="4641273"/>
          </a:xfrm>
        </p:spPr>
        <p:txBody>
          <a:bodyPr>
            <a:noAutofit/>
          </a:bodyPr>
          <a:lstStyle/>
          <a:p>
            <a:pPr algn="just"/>
            <a:r>
              <a:rPr lang="vi-VN" sz="5400" b="1" dirty="0">
                <a:latin typeface="+mj-lt"/>
              </a:rPr>
              <a:t>1. Trên dòng sông Gio-đan nước vẫn chảy xuôi êm đềm. Có người tên Gio-an ông đã đến giảng về thống hối và làm phép rửa.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754870366"/>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Nắng chiều soi lung linh gió mát thổi trên sông dài. Có người tên Giê-su đang bước tới cùng với mọi người, xin Gio-an hãy làm phép rửa cho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51165099"/>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7977"/>
            <a:ext cx="9144000" cy="6177534"/>
          </a:xfrm>
        </p:spPr>
        <p:txBody>
          <a:bodyPr>
            <a:noAutofit/>
          </a:bodyPr>
          <a:lstStyle/>
          <a:p>
            <a:pPr algn="just"/>
            <a:r>
              <a:rPr lang="vi-VN" sz="5400" b="1" dirty="0">
                <a:latin typeface="+mj-lt"/>
              </a:rPr>
              <a:t>ĐK: Từ dòng nước bước lên Ngài ngước lên trời cầu xin ơn trên, thì này tầng trời mở ra Thánh Thần ngự xuống trên Người như chim bồ câu. Và có tiếng Chúa từ trời cao: "Con là Con yêu dấu của Cha Con rất đẹp lòng Cha".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284256837"/>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6108"/>
            <a:ext cx="9144000" cy="4641273"/>
          </a:xfrm>
        </p:spPr>
        <p:txBody>
          <a:bodyPr>
            <a:noAutofit/>
          </a:bodyPr>
          <a:lstStyle/>
          <a:p>
            <a:pPr algn="just"/>
            <a:r>
              <a:rPr lang="vi-VN" sz="5400" b="1" dirty="0">
                <a:latin typeface="+mj-lt"/>
              </a:rPr>
              <a:t>2. Đón nhận nơi Gio-an lãnh phép rửa như bao người. Chúa Trời ôi cao sang nào vương vấn tội đời nhơ nhớp mà Ngài đến rửa.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322521752"/>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6108"/>
            <a:ext cx="9144000" cy="4641273"/>
          </a:xfrm>
        </p:spPr>
        <p:txBody>
          <a:bodyPr>
            <a:noAutofit/>
          </a:bodyPr>
          <a:lstStyle/>
          <a:p>
            <a:pPr algn="just"/>
            <a:r>
              <a:rPr lang="vi-VN" sz="5400" b="1" dirty="0">
                <a:latin typeface="+mj-lt"/>
              </a:rPr>
              <a:t>Chúa dạy ta khiêm cung biết sấp mình đón ơn tha tội. Dẫu tội to bao nhiêu thì tình thương của Chúa cao vời, sẽ xóa hết lỗi tội phúc ân hải hà.</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499254852"/>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7977"/>
            <a:ext cx="9144000" cy="6177534"/>
          </a:xfrm>
        </p:spPr>
        <p:txBody>
          <a:bodyPr>
            <a:noAutofit/>
          </a:bodyPr>
          <a:lstStyle/>
          <a:p>
            <a:pPr algn="just"/>
            <a:r>
              <a:rPr lang="vi-VN" sz="5400" b="1" dirty="0">
                <a:latin typeface="+mj-lt"/>
              </a:rPr>
              <a:t>ĐK: Từ dòng nước bước lên Ngài ngước lên trời cầu xin ơn trên, thì này tầng trời mở ra Thánh Thần ngự xuống trên Người như chim bồ câu. Và có tiếng Chúa từ trời cao: "Con là Con yêu dấu của Cha Con rất đẹp lòng Cha".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840971277"/>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6108"/>
            <a:ext cx="9144000" cy="4641273"/>
          </a:xfrm>
        </p:spPr>
        <p:txBody>
          <a:bodyPr>
            <a:noAutofit/>
          </a:bodyPr>
          <a:lstStyle/>
          <a:p>
            <a:pPr algn="just"/>
            <a:r>
              <a:rPr lang="vi-VN" sz="5400" b="1" dirty="0">
                <a:latin typeface="+mj-lt"/>
              </a:rPr>
              <a:t>3. Tháng ngày trôi qua đi bao nhiêu tội con chất chồng. Xin Ngài yêu thương con để con biết mở lòng hối lỗi và được Chúa rửa.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12172604"/>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6108"/>
            <a:ext cx="9144000" cy="4641273"/>
          </a:xfrm>
        </p:spPr>
        <p:txBody>
          <a:bodyPr>
            <a:noAutofit/>
          </a:bodyPr>
          <a:lstStyle/>
          <a:p>
            <a:pPr algn="just"/>
            <a:r>
              <a:rPr lang="vi-VN" sz="5400" b="1" dirty="0">
                <a:latin typeface="+mj-lt"/>
              </a:rPr>
              <a:t>Chúa là dòng sông yêu thương Chúa tắm gội con tinh tuyền. Linh hồn con trinh trong lòng hân hoan mừng rỡ biết bao, Chúa dẫn dắt tháng ngày Chúa bao nhân từ.</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955660555"/>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7977"/>
            <a:ext cx="9144000" cy="6177534"/>
          </a:xfrm>
        </p:spPr>
        <p:txBody>
          <a:bodyPr>
            <a:noAutofit/>
          </a:bodyPr>
          <a:lstStyle/>
          <a:p>
            <a:pPr algn="just"/>
            <a:r>
              <a:rPr lang="vi-VN" sz="5400" b="1" dirty="0">
                <a:latin typeface="+mj-lt"/>
              </a:rPr>
              <a:t>ĐK: Từ dòng nước bước lên Ngài ngước lên trời cầu xin ơn trên, thì này tầng trời mở ra Thánh Thần ngự xuống trên Người như chim bồ câu. Và có tiếng Chúa từ trời cao: "Con là Con yêu dấu của Cha Con rất đẹp lòng Cha".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430221160"/>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6108"/>
            <a:ext cx="9144000" cy="4641273"/>
          </a:xfrm>
        </p:spPr>
        <p:txBody>
          <a:bodyPr>
            <a:noAutofit/>
          </a:bodyPr>
          <a:lstStyle/>
          <a:p>
            <a:pPr algn="just"/>
            <a:r>
              <a:rPr lang="vi-VN" sz="5400" b="1" dirty="0">
                <a:latin typeface="+mj-lt"/>
              </a:rPr>
              <a:t>4. Con còn đang long đong sống khắc khoải bao đêm ngày. Bước đường ôi gian nan còn xa lắm và đầy gian khó đôi chân đã mỏi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72859939"/>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Nay về đây bên Cha phó </a:t>
            </a:r>
            <a:r>
              <a:rPr lang="en-US" sz="5400" b="1" dirty="0" err="1">
                <a:latin typeface="Times New Roman" panose="02020603050405020304" pitchFamily="18" charset="0"/>
                <a:cs typeface="Times New Roman" panose="02020603050405020304" pitchFamily="18" charset="0"/>
              </a:rPr>
              <a:t>thác</a:t>
            </a:r>
            <a:r>
              <a:rPr lang="vi-VN" sz="5400" b="1" dirty="0">
                <a:latin typeface="+mj-lt"/>
              </a:rPr>
              <a:t> cả tấm linh hồn. Con thành tâm dâng lên nguyện xin Chúa hãy thứ tha tội, ban muôn ơn dẫn đường tới bến an bình.</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208310694"/>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GIÊ-SU CHỊU PHÉP RỬA (NHC)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7977"/>
            <a:ext cx="9144000" cy="6177534"/>
          </a:xfrm>
        </p:spPr>
        <p:txBody>
          <a:bodyPr>
            <a:noAutofit/>
          </a:bodyPr>
          <a:lstStyle/>
          <a:p>
            <a:pPr algn="just"/>
            <a:r>
              <a:rPr lang="vi-VN" sz="5400" b="1" dirty="0">
                <a:latin typeface="+mj-lt"/>
              </a:rPr>
              <a:t>ĐK: Từ dòng nước bước lên Ngài ngước lên trời cầu xin ơn trên, thì này tầng trời mở ra Thánh Thần ngự xuống trên Người như chim bồ câu. Và có tiếng Chúa từ trời cao: "Con là Con yêu dấu của Cha Con rất đẹp lòng Cha".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159199322"/>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ĐỀN TẠ TRÁI TIM MẸ (NKT)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Fatima,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nỉ</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la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ngần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8886765"/>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ĐỀN TẠ TRÁI TIM MẸ (NKT)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gió</a:t>
            </a:r>
            <a:r>
              <a:rPr lang="en-US" sz="5400" b="1" dirty="0">
                <a:latin typeface="Times New Roman" panose="02020603050405020304" pitchFamily="18" charset="0"/>
                <a:cs typeface="Times New Roman" panose="02020603050405020304" pitchFamily="18" charset="0"/>
              </a:rPr>
              <a:t> con lo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con lo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con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73345867"/>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ĐỀN TẠ TRÁI TIM MẸ (NKT)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Fatima,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nỉ</a:t>
            </a:r>
            <a:r>
              <a:rPr lang="en-US" sz="5400" b="1" dirty="0">
                <a:latin typeface="Times New Roman" panose="02020603050405020304" pitchFamily="18" charset="0"/>
                <a:cs typeface="Times New Roman" panose="02020603050405020304" pitchFamily="18" charset="0"/>
              </a:rPr>
              <a:t> non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la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ngần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83740266"/>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5478</TotalTime>
  <Words>3547</Words>
  <Application>Microsoft Office PowerPoint</Application>
  <PresentationFormat>On-screen Show (4:3)</PresentationFormat>
  <Paragraphs>173</Paragraphs>
  <Slides>71</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ĐÂY LỜI CHÚA PHÁN (TVV)</vt:lpstr>
      <vt:lpstr>Nhập Lễ                              ĐÂY LỜI CHÚA PHÁN (TVV)</vt:lpstr>
      <vt:lpstr>PowerPoint Presentation</vt:lpstr>
      <vt:lpstr>PowerPoint Presentation</vt:lpstr>
      <vt:lpstr>Dâng Lễ                                                HIẾN TẾ 55 (NK)</vt:lpstr>
      <vt:lpstr>Hiệp Lễ                    CHÚA GIÊ-SU CHỊU PHÉP RỬA (NHC)</vt:lpstr>
      <vt:lpstr>Kết lễ                                   ĐỀN TẠ TRÁI TIM MẸ (NKT)</vt:lpstr>
      <vt:lpstr>Kết lễ                                   ĐỀN TẠ TRÁI TIM MẸ (NKT)</vt:lpstr>
      <vt:lpstr>PowerPoint Presentation</vt:lpstr>
      <vt:lpstr>Nhập Lễ                              ĐÂY LỜI CHÚA PHÁN (TVV)</vt:lpstr>
      <vt:lpstr>Nhập Lễ                              ĐÂY LỜI CHÚA PHÁN (TVV)</vt:lpstr>
      <vt:lpstr>Nhập Lễ                              ĐÂY LỜI CHÚA PHÁN (TVV)</vt:lpstr>
      <vt:lpstr>Nhập Lễ                              ĐÂY LỜI CHÚA PHÁN (TVV)</vt:lpstr>
      <vt:lpstr>Nhập Lễ                              ĐÂY LỜI CHÚA PHÁN (TVV)</vt:lpstr>
      <vt:lpstr>PowerPoint Presentation</vt:lpstr>
      <vt:lpstr>PowerPoint Presentation</vt:lpstr>
      <vt:lpstr>Dâng Lễ                                                HIẾN TẾ 55 (NK)</vt:lpstr>
      <vt:lpstr>Dâng Lễ                                                HIẾN TẾ 55 (NK)</vt:lpstr>
      <vt:lpstr>Dâng Lễ                                                HIẾN TẾ 55 (NK)</vt:lpstr>
      <vt:lpstr>Dâng Lễ                                                HIẾN TẾ 55 (NK)</vt:lpstr>
      <vt:lpstr>CA HIỆP LỄ</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Hiệp Lễ                    CHÚA GIÊ-SU CHỊU PHÉP RỬA (NHC)</vt:lpstr>
      <vt:lpstr>Kết lễ                                   ĐỀN TẠ TRÁI TIM MẸ (NKT)</vt:lpstr>
      <vt:lpstr>Kết lễ                                   ĐỀN TẠ TRÁI TIM MẸ (NKT)</vt:lpstr>
      <vt:lpstr>Kết lễ                                   ĐỀN TẠ TRÁI TIM MẸ (NKT)</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1389</cp:revision>
  <dcterms:created xsi:type="dcterms:W3CDTF">2018-09-17T12:52:44Z</dcterms:created>
  <dcterms:modified xsi:type="dcterms:W3CDTF">2021-01-10T08:40:07Z</dcterms:modified>
</cp:coreProperties>
</file>