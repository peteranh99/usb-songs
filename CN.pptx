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2"/>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4675" r:id="rId29"/>
    <p:sldId id="4798" r:id="rId30"/>
    <p:sldId id="4799" r:id="rId31"/>
    <p:sldId id="4800" r:id="rId32"/>
    <p:sldId id="4801" r:id="rId33"/>
    <p:sldId id="4802" r:id="rId34"/>
    <p:sldId id="4803" r:id="rId35"/>
    <p:sldId id="4804" r:id="rId36"/>
    <p:sldId id="4805" r:id="rId37"/>
    <p:sldId id="4806" r:id="rId38"/>
    <p:sldId id="4807" r:id="rId39"/>
    <p:sldId id="4622" r:id="rId40"/>
    <p:sldId id="4190" r:id="rId41"/>
    <p:sldId id="4191" r:id="rId42"/>
    <p:sldId id="4192" r:id="rId43"/>
    <p:sldId id="4193" r:id="rId44"/>
    <p:sldId id="4777" r:id="rId45"/>
    <p:sldId id="4778" r:id="rId46"/>
    <p:sldId id="4653" r:id="rId47"/>
    <p:sldId id="4654" r:id="rId48"/>
    <p:sldId id="2489" r:id="rId49"/>
    <p:sldId id="2490" r:id="rId50"/>
    <p:sldId id="2491" r:id="rId51"/>
    <p:sldId id="4779" r:id="rId52"/>
    <p:sldId id="4106" r:id="rId53"/>
    <p:sldId id="4723" r:id="rId54"/>
    <p:sldId id="4780" r:id="rId55"/>
    <p:sldId id="4781" r:id="rId56"/>
    <p:sldId id="4782" r:id="rId57"/>
    <p:sldId id="4789" r:id="rId58"/>
    <p:sldId id="4790" r:id="rId59"/>
    <p:sldId id="4783" r:id="rId60"/>
    <p:sldId id="4784" r:id="rId61"/>
    <p:sldId id="4791" r:id="rId62"/>
    <p:sldId id="4792" r:id="rId63"/>
    <p:sldId id="4785" r:id="rId64"/>
    <p:sldId id="4786" r:id="rId65"/>
    <p:sldId id="4793" r:id="rId66"/>
    <p:sldId id="4794" r:id="rId67"/>
    <p:sldId id="4787" r:id="rId68"/>
    <p:sldId id="4788" r:id="rId69"/>
    <p:sldId id="4795" r:id="rId70"/>
    <p:sldId id="4796" r:id="rId71"/>
    <p:sldId id="4588" r:id="rId72"/>
    <p:sldId id="4537" r:id="rId73"/>
    <p:sldId id="4797" r:id="rId74"/>
    <p:sldId id="4619" r:id="rId75"/>
    <p:sldId id="4502" r:id="rId76"/>
    <p:sldId id="4503" r:id="rId77"/>
    <p:sldId id="4504" r:id="rId78"/>
    <p:sldId id="4505" r:id="rId79"/>
    <p:sldId id="4506" r:id="rId80"/>
    <p:sldId id="4507" r:id="rId81"/>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86404" autoAdjust="0"/>
  </p:normalViewPr>
  <p:slideViewPr>
    <p:cSldViewPr snapToGrid="0">
      <p:cViewPr>
        <p:scale>
          <a:sx n="50" d="100"/>
          <a:sy n="50" d="100"/>
        </p:scale>
        <p:origin x="2525" y="840"/>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13/12/2020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13/12/2020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78445F-18CC-403C-BE0F-337DE12047E0}"/>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1BF46068-8E2C-4608-B732-CD57D295FE91}"/>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9375888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3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88319702"/>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22345390"/>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95819763"/>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23782"/>
            <a:ext cx="9144000" cy="7885022"/>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itchFamily="18" charset="0"/>
                <a:cs typeface="Times New Roman" pitchFamily="18" charset="0"/>
              </a:rPr>
              <a:t>Linh hồn tôi hớn hở mừng vui. Vì Thiên Chúa Đấng cứu độ tôi.</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1037827826"/>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84743516"/>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MÙA VỌNG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942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56352950"/>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955893472"/>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758012595"/>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vi-VN" sz="1800" dirty="0">
                <a:solidFill>
                  <a:srgbClr val="FF0000"/>
                </a:solidFill>
                <a:latin typeface="Times New Roman" pitchFamily="18" charset="0"/>
                <a:cs typeface="Times New Roman" pitchFamily="18" charset="0"/>
              </a:rPr>
              <a:t>	    </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VỀ MẸ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65885"/>
            <a:ext cx="9144000" cy="5810514"/>
          </a:xfrm>
        </p:spPr>
        <p:txBody>
          <a:bodyPr>
            <a:noAutofit/>
          </a:bodyPr>
          <a:lstStyle/>
          <a:p>
            <a:pPr algn="just"/>
            <a:r>
              <a:rPr lang="vi-VN" sz="5400" b="1" dirty="0">
                <a:latin typeface="+mj-lt"/>
              </a:rPr>
              <a:t>ĐK. Con dâng về Mẹ một niềm tin yêu bao la, Một lòng cậy trông vàng đá. Dâng lên Mẹ lời kinh như áng hương trầm. Diệu huyền tỏa bay nơi nơi.</a:t>
            </a:r>
          </a:p>
        </p:txBody>
      </p:sp>
    </p:spTree>
    <p:extLst>
      <p:ext uri="{BB962C8B-B14F-4D97-AF65-F5344CB8AC3E}">
        <p14:creationId xmlns:p14="http://schemas.microsoft.com/office/powerpoint/2010/main" val="4119138300"/>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vi-VN" sz="1800" dirty="0">
                <a:solidFill>
                  <a:srgbClr val="FF0000"/>
                </a:solidFill>
                <a:latin typeface="Times New Roman" pitchFamily="18" charset="0"/>
                <a:cs typeface="Times New Roman" pitchFamily="18" charset="0"/>
              </a:rPr>
              <a:t>	    </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VỀ MẸ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30000"/>
            <a:ext cx="9144000" cy="5282285"/>
          </a:xfrm>
        </p:spPr>
        <p:txBody>
          <a:bodyPr>
            <a:noAutofit/>
          </a:bodyPr>
          <a:lstStyle/>
          <a:p>
            <a:pPr algn="just"/>
            <a:r>
              <a:rPr lang="vi-VN" sz="5400" b="1" dirty="0">
                <a:latin typeface="+mj-lt"/>
              </a:rPr>
              <a:t>1. Con dâng về Mẹ: Trọn cuộc đời nơi khóc than, Đường đời nguy nan Mẹ nâng đỡ cho vẹn toàn.</a:t>
            </a:r>
          </a:p>
        </p:txBody>
      </p:sp>
    </p:spTree>
    <p:extLst>
      <p:ext uri="{BB962C8B-B14F-4D97-AF65-F5344CB8AC3E}">
        <p14:creationId xmlns:p14="http://schemas.microsoft.com/office/powerpoint/2010/main" val="1195887958"/>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D31379-ACD3-4F64-81B8-4A99E4368891}"/>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F8A58A9A-86A3-41B1-BC98-149DA527DE8B}"/>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21290664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3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19708861"/>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41186796"/>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8489795"/>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3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què</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fđiếc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tai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no </a:t>
            </a:r>
            <a:r>
              <a:rPr lang="en-US" sz="5400" b="1" dirty="0" err="1">
                <a:latin typeface="Times New Roman" panose="02020603050405020304" pitchFamily="18" charset="0"/>
                <a:cs typeface="Times New Roman" panose="02020603050405020304" pitchFamily="18" charset="0"/>
              </a:rPr>
              <a:t>thỏa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thuê</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83643163"/>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33228841"/>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39302825"/>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23782"/>
            <a:ext cx="9144000" cy="7885022"/>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itchFamily="18" charset="0"/>
                <a:cs typeface="Times New Roman" pitchFamily="18" charset="0"/>
              </a:rPr>
              <a:t>Linh hồn tôi hớn hở mừng vui. Vì Thiên Chúa Đấng cứu độ tôi.</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MÙA VỌNG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942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mỏi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Tim con </a:t>
            </a:r>
            <a:r>
              <a:rPr lang="en-US" sz="5400" b="1" dirty="0" err="1">
                <a:latin typeface="Times New Roman" panose="02020603050405020304" pitchFamily="18" charset="0"/>
                <a:cs typeface="Times New Roman" panose="02020603050405020304" pitchFamily="18" charset="0"/>
              </a:rPr>
              <a:t>khao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Sai,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49631115"/>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MÙA VỌNG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942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84613997"/>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MÙA VỌNG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942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nhuần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cằn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8673606"/>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MÙA VỌNG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942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5595165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Chúa, xin đến viếng thăm chúng con trong sự bình an, để với tâm hồn ngay thẳng, chúng con được vui mừng trước nhan thánh Chúa.</a:t>
            </a:r>
          </a:p>
        </p:txBody>
      </p:sp>
    </p:spTree>
    <p:extLst>
      <p:ext uri="{BB962C8B-B14F-4D97-AF65-F5344CB8AC3E}">
        <p14:creationId xmlns:p14="http://schemas.microsoft.com/office/powerpoint/2010/main" val="3454802588"/>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047318528"/>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895562087"/>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1. Có một người được Cha sai đến làm nhân chứng cho nguồn ánh sáng để tung gieo muôn lời chân lý hầu nơi nơi tuân phục thiên ý.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416918981"/>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Chính tên Người là Thánh Gio-an đến chuẩn bị cho Chúa dân riêng, đến khơi nguồn ơn phúc thiêng liêng, ánh dương Ngài soi chiếu muôn niên.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658592251"/>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092309058"/>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294506040"/>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2. Hãy dọn đường sửa cho ngay ngắn mọi vực sâu lấp đầy chắc chắn, đồi nương cao san lại bằng phẳng nẻo quanh co uốn lại thẳng thắn.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590790212"/>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quay về cải hóa canh tân bởi Nước Trời đã đến ngay bên, Chúa xuất hiện vinh hiển cao sang, ơn cứu độ ban xuống muôn dân.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159989343"/>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58668810"/>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135177140"/>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3. Có một vị quyền năng khôn xiết mà ta đây ai nào hay biết, rửa ta trong Thánh Thần chân lý quyền uy linh của Ngài cao quý.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668893426"/>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Chốn hoang địa cằn cỗi reo ca cõi cô tịch bỗng nở muôn hoa, Chúa Cứu Độ sẽ đến bên ta, chẳng ai còn rên xiết kêu la.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58807117"/>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067235194"/>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619815534"/>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4. Bước chân theo Ngài con vui sướng: Ngài chọn con lên hàng khanh tướng, để cho đi không còn bận vướng đường con đi chan hòa ánh sáng.</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685420964"/>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dâng lời cất tiếng hoan ca: Chúa trên trời đã viếng thăm ta, dẫn ta vào an thái bao la, đến muôn đời Ngài vẫn thương ta.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053394544"/>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700620760"/>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021029792"/>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vi-VN" sz="1800" dirty="0">
                <a:solidFill>
                  <a:srgbClr val="FF0000"/>
                </a:solidFill>
                <a:latin typeface="Times New Roman" pitchFamily="18" charset="0"/>
                <a:cs typeface="Times New Roman" pitchFamily="18" charset="0"/>
              </a:rPr>
              <a:t>	    </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VỀ MẸ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65885"/>
            <a:ext cx="9144000" cy="5810514"/>
          </a:xfrm>
        </p:spPr>
        <p:txBody>
          <a:bodyPr>
            <a:noAutofit/>
          </a:bodyPr>
          <a:lstStyle/>
          <a:p>
            <a:pPr algn="just"/>
            <a:r>
              <a:rPr lang="vi-VN" sz="5400" b="1" dirty="0">
                <a:latin typeface="+mj-lt"/>
              </a:rPr>
              <a:t>ĐK. Con dâng về Mẹ một niềm tin yêu bao la, Một lòng cậy trông vàng đá. Dâng lên Mẹ lời kinh như áng hương trầm. Diệu huyền tỏa bay nơi nơi.</a:t>
            </a:r>
          </a:p>
        </p:txBody>
      </p:sp>
    </p:spTree>
    <p:extLst>
      <p:ext uri="{BB962C8B-B14F-4D97-AF65-F5344CB8AC3E}">
        <p14:creationId xmlns:p14="http://schemas.microsoft.com/office/powerpoint/2010/main" val="536193845"/>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vi-VN" sz="1800" dirty="0">
                <a:solidFill>
                  <a:srgbClr val="FF0000"/>
                </a:solidFill>
                <a:latin typeface="Times New Roman" pitchFamily="18" charset="0"/>
                <a:cs typeface="Times New Roman" pitchFamily="18" charset="0"/>
              </a:rPr>
              <a:t>	    </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VỀ MẸ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30000"/>
            <a:ext cx="9144000" cy="5282285"/>
          </a:xfrm>
        </p:spPr>
        <p:txBody>
          <a:bodyPr>
            <a:noAutofit/>
          </a:bodyPr>
          <a:lstStyle/>
          <a:p>
            <a:pPr algn="just"/>
            <a:r>
              <a:rPr lang="vi-VN" sz="5400" b="1" dirty="0">
                <a:latin typeface="+mj-lt"/>
              </a:rPr>
              <a:t>1. Con dâng về Mẹ: Trọn cuộc đời nơi khóc than, Đường đời nguy nan Mẹ nâng đỡ cho vẹn toàn.</a:t>
            </a:r>
          </a:p>
        </p:txBody>
      </p:sp>
    </p:spTree>
    <p:extLst>
      <p:ext uri="{BB962C8B-B14F-4D97-AF65-F5344CB8AC3E}">
        <p14:creationId xmlns:p14="http://schemas.microsoft.com/office/powerpoint/2010/main" val="882410794"/>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vi-VN" sz="1800" dirty="0">
                <a:solidFill>
                  <a:srgbClr val="FF0000"/>
                </a:solidFill>
                <a:latin typeface="Times New Roman" pitchFamily="18" charset="0"/>
                <a:cs typeface="Times New Roman" pitchFamily="18" charset="0"/>
              </a:rPr>
              <a:t>	    </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VỀ MẸ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65885"/>
            <a:ext cx="9144000" cy="5810514"/>
          </a:xfrm>
        </p:spPr>
        <p:txBody>
          <a:bodyPr>
            <a:noAutofit/>
          </a:bodyPr>
          <a:lstStyle/>
          <a:p>
            <a:pPr algn="just"/>
            <a:r>
              <a:rPr lang="vi-VN" sz="5400" b="1" dirty="0">
                <a:latin typeface="+mj-lt"/>
              </a:rPr>
              <a:t>ĐK. Con dâng về Mẹ một niềm tin yêu bao la, Một lòng cậy trông vàng đá. Dâng lên Mẹ lời kinh như áng hương trầm. Diệu huyền tỏa bay nơi nơi.</a:t>
            </a:r>
          </a:p>
        </p:txBody>
      </p:sp>
    </p:spTree>
    <p:extLst>
      <p:ext uri="{BB962C8B-B14F-4D97-AF65-F5344CB8AC3E}">
        <p14:creationId xmlns:p14="http://schemas.microsoft.com/office/powerpoint/2010/main" val="3112850632"/>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28256793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5215</TotalTime>
  <Words>3603</Words>
  <Application>Microsoft Office PowerPoint</Application>
  <PresentationFormat>On-screen Show (4:3)</PresentationFormat>
  <Paragraphs>191</Paragraphs>
  <Slides>80</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80</vt:i4>
      </vt:variant>
    </vt:vector>
  </HeadingPairs>
  <TitlesOfParts>
    <vt:vector size="85"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MỪNG VUI LÊN (271)</vt:lpstr>
      <vt:lpstr>Nhập Lễ                                            MỪNG VUI LÊN (271)</vt:lpstr>
      <vt:lpstr>Nhập Lễ                                            MỪNG VUI LÊN (271)</vt:lpstr>
      <vt:lpstr>PowerPoint Presentation</vt:lpstr>
      <vt:lpstr>PowerPoint Presentation</vt:lpstr>
      <vt:lpstr>Dâng Lễ                                  LỄ DÂNG MÙA VỌNG (ĐCH)</vt:lpstr>
      <vt:lpstr>Hiệp Lễ                             TIẾNG KÊU TRONG SA MẠC (KN)</vt:lpstr>
      <vt:lpstr>Hiệp Lễ                             TIẾNG KÊU TRONG SA MẠC (KN)</vt:lpstr>
      <vt:lpstr>Kết Lễ                           DÂNG VỀ MẸ (KL)</vt:lpstr>
      <vt:lpstr>Kết Lễ                           DÂNG VỀ MẸ (KL)</vt:lpstr>
      <vt:lpstr>PowerPoint Presentation</vt:lpstr>
      <vt:lpstr>Nhập Lễ                                            MỪNG VUI LÊN (271)</vt:lpstr>
      <vt:lpstr>Nhập Lễ                                            MỪNG VUI LÊN (271)</vt:lpstr>
      <vt:lpstr>Nhập Lễ                                            MỪNG VUI LÊN (271)</vt:lpstr>
      <vt:lpstr>Nhập Lễ                                            MỪNG VUI LÊN (271)</vt:lpstr>
      <vt:lpstr>Nhập Lễ                                            MỪNG VUI LÊN (271)</vt:lpstr>
      <vt:lpstr>Nhập Lễ                                            MỪNG VUI LÊN (271)</vt:lpstr>
      <vt:lpstr>PowerPoint Presentation</vt:lpstr>
      <vt:lpstr>PowerPoint Presentation</vt:lpstr>
      <vt:lpstr>Dâng Lễ                                  LỄ DÂNG MÙA VỌNG (ĐCH)</vt:lpstr>
      <vt:lpstr>Dâng Lễ                                  LỄ DÂNG MÙA VỌNG (ĐCH)</vt:lpstr>
      <vt:lpstr>Dâng Lễ                                  LỄ DÂNG MÙA VỌNG (ĐCH)</vt:lpstr>
      <vt:lpstr>Dâng Lễ                                  LỄ DÂNG MÙA VỌNG (ĐCH)</vt:lpstr>
      <vt:lpstr>CA HIỆP LỄ</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Kết Lễ                           DÂNG VỀ MẸ (KL)</vt:lpstr>
      <vt:lpstr>Kết Lễ                           DÂNG VỀ MẸ (KL)</vt:lpstr>
      <vt:lpstr>Kết Lễ                           DÂNG VỀ MẸ (KL)</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 Tran</cp:lastModifiedBy>
  <cp:revision>1366</cp:revision>
  <dcterms:created xsi:type="dcterms:W3CDTF">2018-09-17T12:52:44Z</dcterms:created>
  <dcterms:modified xsi:type="dcterms:W3CDTF">2020-12-13T11:28:16Z</dcterms:modified>
</cp:coreProperties>
</file>