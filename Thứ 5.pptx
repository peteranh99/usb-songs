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4112" r:id="rId2"/>
    <p:sldId id="4113" r:id="rId3"/>
    <p:sldId id="4114" r:id="rId4"/>
    <p:sldId id="4115" r:id="rId5"/>
    <p:sldId id="4116" r:id="rId6"/>
    <p:sldId id="4117" r:id="rId7"/>
    <p:sldId id="4372" r:id="rId8"/>
    <p:sldId id="3459" r:id="rId9"/>
    <p:sldId id="4052" r:id="rId10"/>
    <p:sldId id="3461" r:id="rId11"/>
    <p:sldId id="5135" r:id="rId12"/>
    <p:sldId id="4653" r:id="rId13"/>
    <p:sldId id="4654" r:id="rId14"/>
    <p:sldId id="1828" r:id="rId15"/>
    <p:sldId id="1829" r:id="rId16"/>
    <p:sldId id="1830" r:id="rId17"/>
    <p:sldId id="964" r:id="rId18"/>
    <p:sldId id="2517" r:id="rId19"/>
    <p:sldId id="2518" r:id="rId20"/>
    <p:sldId id="2519" r:id="rId21"/>
    <p:sldId id="5138" r:id="rId22"/>
    <p:sldId id="5139" r:id="rId23"/>
    <p:sldId id="5140" r:id="rId24"/>
    <p:sldId id="3475" r:id="rId25"/>
    <p:sldId id="3476" r:id="rId26"/>
    <p:sldId id="5137" r:id="rId2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68" d="100"/>
          <a:sy n="68" d="100"/>
        </p:scale>
        <p:origin x="-660" y="-10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25/02/2021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25/02/2021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TRÊN CON ĐƯỜNG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38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nặng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phượng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61811498"/>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TRÊN CON ĐƯỜNG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771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Cha.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Cha.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06494837"/>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TRÊN CON ĐƯỜNG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38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la.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3012319"/>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TRÊN CON ĐƯỜNG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771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Cha.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Cha.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2739746"/>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113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0548"/>
            <a:ext cx="9144000" cy="7180234"/>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a:t>
            </a:r>
            <a:r>
              <a:rPr lang="en-US" sz="5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a:t>
            </a:r>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Tin </a:t>
            </a:r>
            <a:r>
              <a:rPr lang="en-US" sz="5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endPar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ai tin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DÂNG CHÚA 245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Con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tay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tê</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tái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nặng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trĩu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miệt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mài</a:t>
            </a:r>
            <a:r>
              <a:rPr lang="en-US" sz="5400" b="1" dirty="0">
                <a:solidFill>
                  <a:schemeClr val="tx1"/>
                </a:solidFill>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08129238"/>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DÂNG CHÚA 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23091"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mai</a:t>
            </a:r>
            <a:r>
              <a:rPr lang="en-US" sz="5400" b="1" dirty="0">
                <a:solidFill>
                  <a:schemeClr val="tx1"/>
                </a:solidFill>
                <a:latin typeface="Times New Roman" panose="02020603050405020304" pitchFamily="18" charset="0"/>
                <a:cs typeface="Times New Roman" panose="02020603050405020304" pitchFamily="18" charset="0"/>
              </a:rPr>
              <a:t> con lo </a:t>
            </a:r>
            <a:r>
              <a:rPr lang="en-US" sz="5400" b="1" dirty="0" err="1">
                <a:solidFill>
                  <a:schemeClr val="tx1"/>
                </a:solidFill>
                <a:latin typeface="Times New Roman" panose="02020603050405020304" pitchFamily="18" charset="0"/>
                <a:cs typeface="Times New Roman" panose="02020603050405020304" pitchFamily="18" charset="0"/>
              </a:rPr>
              <a:t>hôm</a:t>
            </a:r>
            <a:r>
              <a:rPr lang="en-US" sz="5400" b="1" dirty="0">
                <a:solidFill>
                  <a:schemeClr val="tx1"/>
                </a:solidFill>
                <a:latin typeface="Times New Roman" panose="02020603050405020304" pitchFamily="18" charset="0"/>
                <a:cs typeface="Times New Roman" panose="02020603050405020304" pitchFamily="18" charset="0"/>
              </a:rPr>
              <a:t> nay,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lai</a:t>
            </a:r>
            <a:r>
              <a:rPr lang="en-US" sz="5400" b="1" dirty="0">
                <a:solidFill>
                  <a:schemeClr val="tx1"/>
                </a:solidFill>
                <a:latin typeface="Times New Roman" panose="02020603050405020304" pitchFamily="18" charset="0"/>
                <a:cs typeface="Times New Roman" panose="02020603050405020304" pitchFamily="18" charset="0"/>
              </a:rPr>
              <a:t> con lo </a:t>
            </a:r>
            <a:r>
              <a:rPr lang="en-US" sz="5400" b="1" dirty="0" err="1">
                <a:solidFill>
                  <a:schemeClr val="tx1"/>
                </a:solidFill>
                <a:latin typeface="Times New Roman" panose="02020603050405020304" pitchFamily="18" charset="0"/>
                <a:cs typeface="Times New Roman" panose="02020603050405020304" pitchFamily="18" charset="0"/>
              </a:rPr>
              <a:t>hiện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xoay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bon </a:t>
            </a:r>
            <a:r>
              <a:rPr lang="en-US" sz="5400" b="1" dirty="0" err="1">
                <a:solidFill>
                  <a:schemeClr val="tx1"/>
                </a:solidFill>
                <a:latin typeface="Times New Roman" panose="02020603050405020304" pitchFamily="18" charset="0"/>
                <a:cs typeface="Times New Roman" panose="02020603050405020304" pitchFamily="18" charset="0"/>
              </a:rPr>
              <a:t>chen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78097366"/>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DÂNG CHÚA 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lạy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luôn</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khoăn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âu</a:t>
            </a:r>
            <a:r>
              <a:rPr lang="en-US" sz="5400" b="1" dirty="0">
                <a:solidFill>
                  <a:schemeClr val="tx1"/>
                </a:solidFill>
                <a:latin typeface="Times New Roman" panose="02020603050405020304" pitchFamily="18" charset="0"/>
                <a:cs typeface="Times New Roman" panose="02020603050405020304" pitchFamily="18" charset="0"/>
              </a:rPr>
              <a:t> lo </a:t>
            </a:r>
            <a:r>
              <a:rPr lang="en-US" sz="5400" b="1" dirty="0" err="1">
                <a:solidFill>
                  <a:schemeClr val="tx1"/>
                </a:solidFill>
                <a:latin typeface="Times New Roman" panose="02020603050405020304" pitchFamily="18" charset="0"/>
                <a:cs typeface="Times New Roman" panose="02020603050405020304" pitchFamily="18" charset="0"/>
              </a:rPr>
              <a:t>mọi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điều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tiếng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khóc</a:t>
            </a:r>
            <a:r>
              <a:rPr lang="en-US" sz="5400" b="1" dirty="0">
                <a:solidFill>
                  <a:schemeClr val="tx1"/>
                </a:solidFill>
                <a:latin typeface="Times New Roman" panose="02020603050405020304" pitchFamily="18" charset="0"/>
                <a:cs typeface="Times New Roman" panose="02020603050405020304" pitchFamily="18" charset="0"/>
              </a:rPr>
              <a:t> than </a:t>
            </a:r>
            <a:r>
              <a:rPr lang="en-US" sz="5400" b="1" dirty="0" err="1">
                <a:solidFill>
                  <a:schemeClr val="tx1"/>
                </a:solidFill>
                <a:latin typeface="Times New Roman" panose="02020603050405020304" pitchFamily="18" charset="0"/>
                <a:cs typeface="Times New Roman" panose="02020603050405020304" pitchFamily="18" charset="0"/>
              </a:rPr>
              <a:t>đìu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đau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còn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nhiều</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41956235"/>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1020310"/>
            <a:ext cx="9144000" cy="6234545"/>
          </a:xfrm>
        </p:spPr>
        <p:txBody>
          <a:bodyPr>
            <a:normAutofit/>
          </a:bodyPr>
          <a:lstStyle/>
          <a:p>
            <a:pPr algn="just"/>
            <a:r>
              <a:rPr lang="en-US" sz="5400" b="1" dirty="0">
                <a:solidFill>
                  <a:srgbClr val="FF0000"/>
                </a:solidFill>
                <a:latin typeface="Times New Roman" pitchFamily="18" charset="0"/>
                <a:cs typeface="Times New Roman" pitchFamily="18" charset="0"/>
              </a:rPr>
              <a:t>CA HIỆP LỄ</a:t>
            </a:r>
          </a:p>
          <a:p>
            <a:pPr algn="just"/>
            <a:r>
              <a:rPr lang="en-US" sz="5400" b="1" dirty="0" err="1">
                <a:latin typeface="Times New Roman" pitchFamily="18" charset="0"/>
                <a:cs typeface="Times New Roman" pitchFamily="18" charset="0"/>
              </a:rPr>
              <a:t>Bất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gặp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gõ</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99941994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THƯƠNG VỜI VỢI 145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2491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có</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vượt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la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a:solidFill>
                  <a:schemeClr val="tx1"/>
                </a:solidFill>
                <a:latin typeface="Times New Roman" pitchFamily="18" charset="0"/>
                <a:cs typeface="Times New Roman" pitchFamily="18" charset="0"/>
              </a:rPr>
              <a:t>Cha</a:t>
            </a:r>
            <a:r>
              <a:rPr lang="en-US" sz="5400" b="1" smtClean="0">
                <a:solidFill>
                  <a:schemeClr val="tx1"/>
                </a:solidFill>
                <a:latin typeface="Times New Roman" pitchFamily="18" charset="0"/>
                <a:cs typeface="Times New Roman" pitchFamily="18" charset="0"/>
              </a:rPr>
              <a:t>. ĐK: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nuôi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con.</a:t>
            </a:r>
          </a:p>
        </p:txBody>
      </p:sp>
    </p:spTree>
    <p:extLst>
      <p:ext uri="{BB962C8B-B14F-4D97-AF65-F5344CB8AC3E}">
        <p14:creationId xmlns:p14="http://schemas.microsoft.com/office/powerpoint/2010/main" val="2565254314"/>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THƯƠNG VỜI VỢI 145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24910"/>
            <a:ext cx="9144000" cy="5105400"/>
          </a:xfrm>
        </p:spPr>
        <p:txBody>
          <a:bodyPr>
            <a:noAutofit/>
          </a:bodyPr>
          <a:lstStyle/>
          <a:p>
            <a:pPr algn="just">
              <a:tabLst>
                <a:tab pos="2155825" algn="l"/>
              </a:tabLst>
            </a:pPr>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tim</a:t>
            </a:r>
            <a:r>
              <a:rPr lang="en-US" sz="5400" b="1" dirty="0">
                <a:latin typeface="Times New Roman" pitchFamily="18" charset="0"/>
                <a:cs typeface="Times New Roman" pitchFamily="18" charset="0"/>
              </a:rPr>
              <a:t> con ban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giữ</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đẹp</a:t>
            </a:r>
            <a:r>
              <a:rPr lang="en-US" sz="5400" b="1" dirty="0">
                <a:latin typeface="Times New Roman" pitchFamily="18" charset="0"/>
                <a:cs typeface="Times New Roman" pitchFamily="18" charset="0"/>
              </a:rPr>
              <a:t> </a:t>
            </a:r>
            <a:r>
              <a:rPr lang="en-US" sz="5400" b="1" err="1">
                <a:latin typeface="Times New Roman" pitchFamily="18" charset="0"/>
                <a:cs typeface="Times New Roman" pitchFamily="18" charset="0"/>
              </a:rPr>
              <a:t>luôn</a:t>
            </a:r>
            <a:r>
              <a:rPr lang="en-US" sz="5400" b="1" smtClean="0">
                <a:latin typeface="Times New Roman" pitchFamily="18" charset="0"/>
                <a:cs typeface="Times New Roman" pitchFamily="18" charset="0"/>
              </a:rPr>
              <a:t>. ĐK: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con.</a:t>
            </a:r>
          </a:p>
        </p:txBody>
      </p:sp>
    </p:spTree>
    <p:extLst>
      <p:ext uri="{BB962C8B-B14F-4D97-AF65-F5344CB8AC3E}">
        <p14:creationId xmlns:p14="http://schemas.microsoft.com/office/powerpoint/2010/main" val="3248046533"/>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a:t>
            </a:r>
            <a:r>
              <a:rPr lang="en-US" sz="2400" b="1">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THƯƠNG VỜI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VỢI 145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9338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3. </a:t>
            </a:r>
            <a:r>
              <a:rPr lang="en-US" sz="5400" b="1" dirty="0" err="1">
                <a:solidFill>
                  <a:schemeClr val="tx1"/>
                </a:solidFill>
                <a:latin typeface="Times New Roman" pitchFamily="18" charset="0"/>
                <a:cs typeface="Times New Roman" pitchFamily="18" charset="0"/>
              </a:rPr>
              <a:t>Máu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Can-</a:t>
            </a:r>
            <a:r>
              <a:rPr lang="en-US" sz="5400" b="1" dirty="0" err="1">
                <a:solidFill>
                  <a:schemeClr val="tx1"/>
                </a:solidFill>
                <a:latin typeface="Times New Roman" pitchFamily="18" charset="0"/>
                <a:cs typeface="Times New Roman" pitchFamily="18" charset="0"/>
              </a:rPr>
              <a:t>vê</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còn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tặng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nuôi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than</a:t>
            </a:r>
            <a:r>
              <a:rPr lang="en-US" sz="5400" b="1">
                <a:solidFill>
                  <a:schemeClr val="tx1"/>
                </a:solidFill>
                <a:latin typeface="Times New Roman" pitchFamily="18" charset="0"/>
                <a:cs typeface="Times New Roman" pitchFamily="18" charset="0"/>
              </a:rPr>
              <a:t>. </a:t>
            </a:r>
            <a:r>
              <a:rPr lang="en-US" sz="5400" b="1" smtClean="0">
                <a:latin typeface="Times New Roman" pitchFamily="18" charset="0"/>
                <a:cs typeface="Times New Roman" pitchFamily="18" charset="0"/>
              </a:rPr>
              <a:t>ĐK: </a:t>
            </a:r>
            <a:r>
              <a:rPr lang="en-US" sz="5400" b="1" smtClean="0">
                <a:solidFill>
                  <a:schemeClr val="tx1"/>
                </a:solidFill>
                <a:latin typeface="Times New Roman" pitchFamily="18" charset="0"/>
                <a:cs typeface="Times New Roman" pitchFamily="18" charset="0"/>
              </a:rPr>
              <a:t>Mãi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nuôi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con.</a:t>
            </a:r>
          </a:p>
        </p:txBody>
      </p:sp>
    </p:spTree>
    <p:extLst>
      <p:ext uri="{BB962C8B-B14F-4D97-AF65-F5344CB8AC3E}">
        <p14:creationId xmlns:p14="http://schemas.microsoft.com/office/powerpoint/2010/main" val="2971736825"/>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TÌNH HIẾN DÂNG 306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cảm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62209689"/>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TÌNH HIẾN DÂNG 306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2309" y="6858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xưa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chọn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đuốc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soi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Cho con say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ướp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mặn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737650"/>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TÌNH HIẾN DÂNG 306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cảm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76171338"/>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06419591"/>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4864084"/>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1005377"/>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4290</TotalTime>
  <Words>1127</Words>
  <Application>Microsoft Office PowerPoint</Application>
  <PresentationFormat>On-screen Show (4:3)</PresentationFormat>
  <Paragraphs>51</Paragraphs>
  <Slides>26</Slides>
  <Notes>1</Notes>
  <HiddenSlides>0</HiddenSlides>
  <MMClips>0</MMClips>
  <ScaleCrop>false</ScaleCrop>
  <HeadingPairs>
    <vt:vector size="4" baseType="variant">
      <vt:variant>
        <vt:lpstr>Theme</vt:lpstr>
      </vt:variant>
      <vt:variant>
        <vt:i4>1</vt:i4>
      </vt:variant>
      <vt:variant>
        <vt:lpstr>Slide Titles</vt:lpstr>
      </vt:variant>
      <vt:variant>
        <vt:i4>26</vt:i4>
      </vt:variant>
    </vt:vector>
  </HeadingPairs>
  <TitlesOfParts>
    <vt:vector size="27" baseType="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TRÊN CON ĐƯỜNG TRỞ VỀ (403)</vt:lpstr>
      <vt:lpstr>Nhập Lễ                         TRÊN CON ĐƯỜNG TRỞ VỀ (403)</vt:lpstr>
      <vt:lpstr>Nhập Lễ                         TRÊN CON ĐƯỜNG TRỞ VỀ (403)</vt:lpstr>
      <vt:lpstr>Nhập Lễ                         TRÊN CON ĐƯỜNG TRỞ VỀ (403)</vt:lpstr>
      <vt:lpstr>PowerPoint Presentation</vt:lpstr>
      <vt:lpstr>PowerPoint Presentation</vt:lpstr>
      <vt:lpstr>Dâng Lễ                                        CON DÂNG CHÚA 245</vt:lpstr>
      <vt:lpstr>Dâng Lễ                                        CON DÂNG CHÚA 62</vt:lpstr>
      <vt:lpstr>Dâng Lễ                                        CON DÂNG CHÚA 62</vt:lpstr>
      <vt:lpstr>PowerPoint Presentation</vt:lpstr>
      <vt:lpstr>Hiệp Lễ                     TÌNH YÊU THƯƠNG VỜI VỢI 145</vt:lpstr>
      <vt:lpstr>Hiệp Lễ                     TÌNH YÊU THƯƠNG VỜI VỢI 145</vt:lpstr>
      <vt:lpstr>Hiệp Lễ                     TÌNH YÊU THƯƠNG VỜI VỢI 145</vt:lpstr>
      <vt:lpstr>Hiệp lễ                              TÂM TÌNH HIẾN DÂNG 306</vt:lpstr>
      <vt:lpstr>Hiệp lễ                              TÂM TÌNH HIẾN DÂNG 306</vt:lpstr>
      <vt:lpstr>Hiệp lễ                              TÂM TÌNH HIẾN DÂNG 306</vt:lpstr>
      <vt:lpstr>Kết lễ                                            MẸ NHÂN LOẠI (486)</vt:lpstr>
      <vt:lpstr>Kết lễ                                            MẸ NHÂN LOẠI (486)</vt:lpstr>
      <vt:lpstr>Kết lễ                                            MẸ NHÂN LOẠI (486)</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Admin</cp:lastModifiedBy>
  <cp:revision>1390</cp:revision>
  <dcterms:created xsi:type="dcterms:W3CDTF">2018-09-17T12:52:44Z</dcterms:created>
  <dcterms:modified xsi:type="dcterms:W3CDTF">2021-02-24T22:29:08Z</dcterms:modified>
</cp:coreProperties>
</file>