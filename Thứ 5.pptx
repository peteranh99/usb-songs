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3"/>
  </p:notesMasterIdLst>
  <p:sldIdLst>
    <p:sldId id="4112" r:id="rId2"/>
    <p:sldId id="4113" r:id="rId3"/>
    <p:sldId id="4114" r:id="rId4"/>
    <p:sldId id="4115" r:id="rId5"/>
    <p:sldId id="4116" r:id="rId6"/>
    <p:sldId id="4117" r:id="rId7"/>
    <p:sldId id="4372" r:id="rId8"/>
    <p:sldId id="2676" r:id="rId9"/>
    <p:sldId id="2677" r:id="rId10"/>
    <p:sldId id="2678" r:id="rId11"/>
    <p:sldId id="1522" r:id="rId12"/>
    <p:sldId id="3729" r:id="rId13"/>
    <p:sldId id="3641" r:id="rId14"/>
    <p:sldId id="3642" r:id="rId15"/>
    <p:sldId id="4898" r:id="rId16"/>
    <p:sldId id="4899" r:id="rId17"/>
    <p:sldId id="4106" r:id="rId18"/>
    <p:sldId id="2786" r:id="rId19"/>
    <p:sldId id="4900" r:id="rId20"/>
    <p:sldId id="4901" r:id="rId21"/>
    <p:sldId id="4910" r:id="rId22"/>
    <p:sldId id="4904" r:id="rId23"/>
    <p:sldId id="4902" r:id="rId24"/>
    <p:sldId id="4911" r:id="rId25"/>
    <p:sldId id="4905" r:id="rId26"/>
    <p:sldId id="4903" r:id="rId27"/>
    <p:sldId id="4912" r:id="rId28"/>
    <p:sldId id="4906" r:id="rId29"/>
    <p:sldId id="4907" r:id="rId30"/>
    <p:sldId id="4908" r:id="rId31"/>
    <p:sldId id="4909" r:id="rId32"/>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94660"/>
  </p:normalViewPr>
  <p:slideViewPr>
    <p:cSldViewPr snapToGrid="0">
      <p:cViewPr>
        <p:scale>
          <a:sx n="75" d="100"/>
          <a:sy n="75" d="100"/>
        </p:scale>
        <p:origin x="1690" y="187"/>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31/12/2020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18</a:t>
            </a:fld>
            <a:endParaRPr lang="en-US"/>
          </a:p>
        </p:txBody>
      </p:sp>
    </p:spTree>
    <p:extLst>
      <p:ext uri="{BB962C8B-B14F-4D97-AF65-F5344CB8AC3E}">
        <p14:creationId xmlns:p14="http://schemas.microsoft.com/office/powerpoint/2010/main" val="18097374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39121060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20</a:t>
            </a:fld>
            <a:endParaRPr lang="en-US"/>
          </a:p>
        </p:txBody>
      </p:sp>
    </p:spTree>
    <p:extLst>
      <p:ext uri="{BB962C8B-B14F-4D97-AF65-F5344CB8AC3E}">
        <p14:creationId xmlns:p14="http://schemas.microsoft.com/office/powerpoint/2010/main" val="31660926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21</a:t>
            </a:fld>
            <a:endParaRPr lang="en-US"/>
          </a:p>
        </p:txBody>
      </p:sp>
    </p:spTree>
    <p:extLst>
      <p:ext uri="{BB962C8B-B14F-4D97-AF65-F5344CB8AC3E}">
        <p14:creationId xmlns:p14="http://schemas.microsoft.com/office/powerpoint/2010/main" val="13496246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22</a:t>
            </a:fld>
            <a:endParaRPr lang="en-US"/>
          </a:p>
        </p:txBody>
      </p:sp>
    </p:spTree>
    <p:extLst>
      <p:ext uri="{BB962C8B-B14F-4D97-AF65-F5344CB8AC3E}">
        <p14:creationId xmlns:p14="http://schemas.microsoft.com/office/powerpoint/2010/main" val="26123674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23</a:t>
            </a:fld>
            <a:endParaRPr lang="en-US"/>
          </a:p>
        </p:txBody>
      </p:sp>
    </p:spTree>
    <p:extLst>
      <p:ext uri="{BB962C8B-B14F-4D97-AF65-F5344CB8AC3E}">
        <p14:creationId xmlns:p14="http://schemas.microsoft.com/office/powerpoint/2010/main" val="40931928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24</a:t>
            </a:fld>
            <a:endParaRPr lang="en-US"/>
          </a:p>
        </p:txBody>
      </p:sp>
    </p:spTree>
    <p:extLst>
      <p:ext uri="{BB962C8B-B14F-4D97-AF65-F5344CB8AC3E}">
        <p14:creationId xmlns:p14="http://schemas.microsoft.com/office/powerpoint/2010/main" val="36073142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25</a:t>
            </a:fld>
            <a:endParaRPr lang="en-US"/>
          </a:p>
        </p:txBody>
      </p:sp>
    </p:spTree>
    <p:extLst>
      <p:ext uri="{BB962C8B-B14F-4D97-AF65-F5344CB8AC3E}">
        <p14:creationId xmlns:p14="http://schemas.microsoft.com/office/powerpoint/2010/main" val="12596252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26</a:t>
            </a:fld>
            <a:endParaRPr lang="en-US"/>
          </a:p>
        </p:txBody>
      </p:sp>
    </p:spTree>
    <p:extLst>
      <p:ext uri="{BB962C8B-B14F-4D97-AF65-F5344CB8AC3E}">
        <p14:creationId xmlns:p14="http://schemas.microsoft.com/office/powerpoint/2010/main" val="24184612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27</a:t>
            </a:fld>
            <a:endParaRPr lang="en-US"/>
          </a:p>
        </p:txBody>
      </p:sp>
    </p:spTree>
    <p:extLst>
      <p:ext uri="{BB962C8B-B14F-4D97-AF65-F5344CB8AC3E}">
        <p14:creationId xmlns:p14="http://schemas.microsoft.com/office/powerpoint/2010/main" val="3392086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28</a:t>
            </a:fld>
            <a:endParaRPr lang="en-US"/>
          </a:p>
        </p:txBody>
      </p:sp>
    </p:spTree>
    <p:extLst>
      <p:ext uri="{BB962C8B-B14F-4D97-AF65-F5344CB8AC3E}">
        <p14:creationId xmlns:p14="http://schemas.microsoft.com/office/powerpoint/2010/main" val="969647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29</a:t>
            </a:fld>
            <a:endParaRPr lang="en-US"/>
          </a:p>
        </p:txBody>
      </p:sp>
    </p:spTree>
    <p:extLst>
      <p:ext uri="{BB962C8B-B14F-4D97-AF65-F5344CB8AC3E}">
        <p14:creationId xmlns:p14="http://schemas.microsoft.com/office/powerpoint/2010/main" val="5789306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3171409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31</a:t>
            </a:fld>
            <a:endParaRPr lang="en-US"/>
          </a:p>
        </p:txBody>
      </p:sp>
    </p:spTree>
    <p:extLst>
      <p:ext uri="{BB962C8B-B14F-4D97-AF65-F5344CB8AC3E}">
        <p14:creationId xmlns:p14="http://schemas.microsoft.com/office/powerpoint/2010/main" val="8737886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31/12/2020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31/12/2020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31/12/2020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31/12/2020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31/12/2020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31/12/2020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31/12/2020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31/12/2020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31/12/2020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31/12/2020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31/12/2020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31/12/2020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4691" y="148631"/>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NOEL VỀ (368)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No-el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No-el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réo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No-el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No-el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thơ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7002862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4691" y="148631"/>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NOEL VỀ (368)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No-el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No-el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157083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4691" y="148631"/>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NOEL VỀ (368)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say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1473535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77101"/>
            <a:ext cx="9144000" cy="429812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địa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a:t>
            </a: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4151938"/>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9428" y="181849"/>
            <a:ext cx="9144000" cy="6091148"/>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địa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010332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THEO HƯƠNG TRẦM (53)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1125"/>
            <a:ext cx="9144000" cy="6391564"/>
          </a:xfrm>
        </p:spPr>
        <p:txBody>
          <a:bodyPr>
            <a:noAutofit/>
          </a:bodyPr>
          <a:lstStyle/>
          <a:p>
            <a:pPr algn="just"/>
            <a:r>
              <a:rPr lang="en-US" sz="5400" b="1" dirty="0">
                <a:latin typeface="Times New Roman" pitchFamily="18" charset="0"/>
                <a:cs typeface="Times New Roman" pitchFamily="18" charset="0"/>
              </a:rPr>
              <a:t>1. Theo </a:t>
            </a:r>
            <a:r>
              <a:rPr lang="en-US" sz="5400" b="1" dirty="0" err="1">
                <a:latin typeface="Times New Roman" pitchFamily="18" charset="0"/>
                <a:cs typeface="Times New Roman" pitchFamily="18" charset="0"/>
              </a:rPr>
              <a: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tỏa</a:t>
            </a:r>
            <a:r>
              <a:rPr lang="en-US" sz="5400" b="1" dirty="0">
                <a:latin typeface="Times New Roman" pitchFamily="18" charset="0"/>
                <a:cs typeface="Times New Roman" pitchFamily="18" charset="0"/>
              </a:rPr>
              <a:t> bay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nồng</a:t>
            </a:r>
            <a:r>
              <a:rPr lang="en-US" sz="5400" b="1" dirty="0">
                <a:latin typeface="Times New Roman" pitchFamily="18" charset="0"/>
                <a:cs typeface="Times New Roman" pitchFamily="18" charset="0"/>
              </a:rPr>
              <a:t>. Do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góp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sức</a:t>
            </a:r>
            <a:r>
              <a:rPr lang="en-US" sz="5400" b="1" dirty="0">
                <a:latin typeface="Times New Roman" pitchFamily="18" charset="0"/>
                <a:cs typeface="Times New Roman" pitchFamily="18" charset="0"/>
              </a:rPr>
              <a:t> qua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trồng</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167912670"/>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THEO HƯƠNG TRẦM (53)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62025"/>
            <a:ext cx="9144000" cy="6391564"/>
          </a:xfrm>
        </p:spPr>
        <p:txBody>
          <a:bodyPr>
            <a:noAutofit/>
          </a:bodyPr>
          <a:lstStyle/>
          <a:p>
            <a:pPr algn="just"/>
            <a:r>
              <a:rPr lang="en-US" sz="5400" b="1" dirty="0">
                <a:latin typeface="Times New Roman" pitchFamily="18" charset="0"/>
                <a:cs typeface="Times New Roman" pitchFamily="18" charset="0"/>
              </a:rPr>
              <a:t>ĐK: Xin Cha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hóa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mến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với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làm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6736622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THEO HƯƠNG TRẦM (53)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1125"/>
            <a:ext cx="9144000" cy="6391564"/>
          </a:xfrm>
        </p:spPr>
        <p:txBody>
          <a:bodyPr>
            <a:noAutofit/>
          </a:bodyPr>
          <a:lstStyle/>
          <a:p>
            <a:pPr algn="just"/>
            <a:r>
              <a:rPr lang="vi-VN" sz="5400" b="1" dirty="0">
                <a:latin typeface="+mj-lt"/>
              </a:rPr>
              <a:t>3. Bao lao nhọc đời con hôm nay và hết những ưu tư tháng ngày. Con dâng về nhan thánh chí ái với tấm lòng kính tôn danh Ngài.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729044471"/>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THEO HƯƠNG TRẦM (53)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62025"/>
            <a:ext cx="9144000" cy="6391564"/>
          </a:xfrm>
        </p:spPr>
        <p:txBody>
          <a:bodyPr>
            <a:noAutofit/>
          </a:bodyPr>
          <a:lstStyle/>
          <a:p>
            <a:pPr algn="just"/>
            <a:r>
              <a:rPr lang="en-US" sz="5400" b="1" dirty="0">
                <a:latin typeface="Times New Roman" pitchFamily="18" charset="0"/>
                <a:cs typeface="Times New Roman" pitchFamily="18" charset="0"/>
              </a:rPr>
              <a:t>ĐK: Xin Cha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hóa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mến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với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làm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49604708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7552"/>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nhờ</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đ</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30449"/>
            <a:ext cx="9144000" cy="5951220"/>
          </a:xfrm>
        </p:spPr>
        <p:txBody>
          <a:bodyPr>
            <a:noAutofit/>
          </a:bodyPr>
          <a:lstStyle/>
          <a:p>
            <a:pPr algn="just"/>
            <a:r>
              <a:rPr lang="vi-VN" sz="5400" b="1" dirty="0">
                <a:latin typeface="+mj-lt"/>
              </a:rPr>
              <a:t>ÐK: Cao cung lên khúc nhạc thiên thần Chúa. Hòa trong làn gió nhè nhẹ vấn vương. Ôi linh thiêng lắng nghe thoang thoảng cung đàn, một đêm khuya vang, vẳng trong tuyết sương. </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CAO CUNG LÊN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10397467"/>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1919"/>
            <a:ext cx="9144000" cy="5410200"/>
          </a:xfrm>
        </p:spPr>
        <p:txBody>
          <a:bodyPr>
            <a:noAutofit/>
          </a:bodyPr>
          <a:lstStyle/>
          <a:p>
            <a:pPr algn="just"/>
            <a:r>
              <a:rPr lang="vi-VN" sz="5400" b="1" dirty="0">
                <a:latin typeface="+mj-lt"/>
              </a:rPr>
              <a:t>Ðàn ơi, cứ rung những điệu réo rắt, hát khen Con Một Chúa Trời, rầy sinh xuống cõi đời. Hỡi người dương thế lặng nghe cung đàn, mau tìm cho tới, thờ kính Vua giáng trần.</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CAO CUNG LÊN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77745714"/>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06649"/>
            <a:ext cx="9144000" cy="5951220"/>
          </a:xfrm>
        </p:spPr>
        <p:txBody>
          <a:bodyPr>
            <a:noAutofit/>
          </a:bodyPr>
          <a:lstStyle/>
          <a:p>
            <a:pPr algn="just"/>
            <a:r>
              <a:rPr lang="vi-VN" sz="5400" b="1" dirty="0">
                <a:latin typeface="+mj-lt"/>
              </a:rPr>
              <a:t>1. Thôi hỡi trần gian im tiếng đi mà cung kính. Chúa Con sinh ra trong nắm cỏ máng lừa. Tuy Chúa là Vua muôn nước suy phục tôn kính. Chúa bỏ cõi trời sinh xuống trần đêm xưa.</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CAO CUNG LÊN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03850237"/>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30449"/>
            <a:ext cx="9144000" cy="5951220"/>
          </a:xfrm>
        </p:spPr>
        <p:txBody>
          <a:bodyPr>
            <a:noAutofit/>
          </a:bodyPr>
          <a:lstStyle/>
          <a:p>
            <a:pPr algn="just"/>
            <a:r>
              <a:rPr lang="vi-VN" sz="5400" b="1" dirty="0">
                <a:latin typeface="+mj-lt"/>
              </a:rPr>
              <a:t>ÐK: Cao cung lên khúc nhạc thiên thần Chúa. Hòa trong làn gió nhè nhẹ vấn vương. Ôi linh thiêng lắng nghe thoang thoảng cung đàn, một đêm khuya vang, vẳng trong tuyết sương. </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CAO CUNG LÊN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47966591"/>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1919"/>
            <a:ext cx="9144000" cy="5410200"/>
          </a:xfrm>
        </p:spPr>
        <p:txBody>
          <a:bodyPr>
            <a:noAutofit/>
          </a:bodyPr>
          <a:lstStyle/>
          <a:p>
            <a:pPr algn="just"/>
            <a:r>
              <a:rPr lang="vi-VN" sz="5400" b="1" dirty="0">
                <a:latin typeface="+mj-lt"/>
              </a:rPr>
              <a:t>Ðàn ơi, cứ rung những điệu réo rắt, hát khen Con Một Chúa Trời, rầy sinh xuống cõi đời. Hỡi người dương thế lặng nghe cung đàn, mau tìm cho tới, thờ kính Vua giáng trần.</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CAO CUNG LÊN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27233896"/>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06649"/>
            <a:ext cx="9144000" cy="5951220"/>
          </a:xfrm>
        </p:spPr>
        <p:txBody>
          <a:bodyPr>
            <a:noAutofit/>
          </a:bodyPr>
          <a:lstStyle/>
          <a:p>
            <a:pPr algn="just"/>
            <a:r>
              <a:rPr lang="vi-VN" sz="5400" b="1" dirty="0">
                <a:latin typeface="+mj-lt"/>
              </a:rPr>
              <a:t>2. Thôi hỡi trần gian, bao tuyết sương cùng gi</a:t>
            </a:r>
            <a:r>
              <a:rPr lang="en-US" sz="5400" b="1" dirty="0">
                <a:latin typeface="Times New Roman" panose="02020603050405020304" pitchFamily="18" charset="0"/>
                <a:cs typeface="Times New Roman" panose="02020603050405020304" pitchFamily="18" charset="0"/>
              </a:rPr>
              <a:t>ó</a:t>
            </a:r>
            <a:r>
              <a:rPr lang="vi-VN" sz="5400" b="1" dirty="0">
                <a:latin typeface="+mj-lt"/>
              </a:rPr>
              <a:t> rét, cớ sao nỡ làm cho Chúa lạnh quá chừng? Ôi Ðấng toàn năng xưa quá yêu người tha thiết, xuống chịu khổ hèn trong tuyết ngàn dặm sương.</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CAO CUNG LÊN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22623666"/>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30449"/>
            <a:ext cx="9144000" cy="5951220"/>
          </a:xfrm>
        </p:spPr>
        <p:txBody>
          <a:bodyPr>
            <a:noAutofit/>
          </a:bodyPr>
          <a:lstStyle/>
          <a:p>
            <a:pPr algn="just"/>
            <a:r>
              <a:rPr lang="vi-VN" sz="5400" b="1" dirty="0">
                <a:latin typeface="+mj-lt"/>
              </a:rPr>
              <a:t>ÐK: Cao cung lên khúc nhạc thiên thần Chúa. Hòa trong làn gió nhè nhẹ vấn vương. Ôi linh thiêng lắng nghe thoang thoảng cung đàn, một đêm khuya vang, vẳng trong tuyết sương. </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CAO CUNG LÊN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34517759"/>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1919"/>
            <a:ext cx="9144000" cy="5410200"/>
          </a:xfrm>
        </p:spPr>
        <p:txBody>
          <a:bodyPr>
            <a:noAutofit/>
          </a:bodyPr>
          <a:lstStyle/>
          <a:p>
            <a:pPr algn="just"/>
            <a:r>
              <a:rPr lang="vi-VN" sz="5400" b="1" dirty="0">
                <a:latin typeface="+mj-lt"/>
              </a:rPr>
              <a:t>Ðàn ơi, cứ rung những điệu réo rắt, hát khen Con Một Chúa Trời, rầy sinh xuống cõi đời. Hỡi người dương thế lặng nghe cung đàn, mau tìm cho tới, thờ kính Vua giáng trần.</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CAO CUNG LÊN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454103298"/>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06649"/>
            <a:ext cx="9144000" cy="5951220"/>
          </a:xfrm>
        </p:spPr>
        <p:txBody>
          <a:bodyPr>
            <a:noAutofit/>
          </a:bodyPr>
          <a:lstStyle/>
          <a:p>
            <a:pPr algn="just"/>
            <a:r>
              <a:rPr lang="vi-VN" sz="5400" b="1" dirty="0">
                <a:latin typeface="+mj-lt"/>
              </a:rPr>
              <a:t>3. Thôi hỡi hồn tôi ghi nhớ trong hồn sâu thẳm. Chúa sinh đêm nay nên bé nhỏ kh</a:t>
            </a:r>
            <a:r>
              <a:rPr lang="en-US" sz="5400" b="1" dirty="0">
                <a:latin typeface="Times New Roman" panose="02020603050405020304" pitchFamily="18" charset="0"/>
                <a:cs typeface="Times New Roman" panose="02020603050405020304" pitchFamily="18" charset="0"/>
              </a:rPr>
              <a:t>ó</a:t>
            </a:r>
            <a:r>
              <a:rPr lang="vi-VN" sz="5400" b="1" dirty="0">
                <a:latin typeface="+mj-lt"/>
              </a:rPr>
              <a:t> hèn. Tôi quyết từ nay yêu Chúa trong tình đằm thắm. Muốn để đền bù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thói</a:t>
            </a:r>
            <a:r>
              <a:rPr lang="vi-VN" sz="5400" b="1" dirty="0">
                <a:latin typeface="Times New Roman" panose="02020603050405020304" pitchFamily="18" charset="0"/>
                <a:cs typeface="Times New Roman" panose="02020603050405020304" pitchFamily="18" charset="0"/>
              </a:rPr>
              <a:t> </a:t>
            </a:r>
            <a:r>
              <a:rPr lang="vi-VN" sz="5400" b="1" dirty="0">
                <a:latin typeface="+mj-lt"/>
              </a:rPr>
              <a:t>đời bạc đen.</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CAO CUNG LÊN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462178725"/>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30449"/>
            <a:ext cx="9144000" cy="5951220"/>
          </a:xfrm>
        </p:spPr>
        <p:txBody>
          <a:bodyPr>
            <a:noAutofit/>
          </a:bodyPr>
          <a:lstStyle/>
          <a:p>
            <a:pPr algn="just"/>
            <a:r>
              <a:rPr lang="vi-VN" sz="5400" b="1" dirty="0">
                <a:latin typeface="+mj-lt"/>
              </a:rPr>
              <a:t>ÐK: Cao cung lên khúc nhạc thiên thần Chúa. Hòa trong làn gió nhè nhẹ vấn vương. Ôi linh thiêng lắng nghe thoang thoảng cung đàn, một đêm khuya vang, vẳng trong tuyết sương. </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CAO CUNG LÊN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96656438"/>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1919"/>
            <a:ext cx="9144000" cy="5410200"/>
          </a:xfrm>
        </p:spPr>
        <p:txBody>
          <a:bodyPr>
            <a:noAutofit/>
          </a:bodyPr>
          <a:lstStyle/>
          <a:p>
            <a:pPr algn="just"/>
            <a:r>
              <a:rPr lang="vi-VN" sz="5400" b="1" dirty="0">
                <a:latin typeface="+mj-lt"/>
              </a:rPr>
              <a:t>Ðàn ơi, cứ rung những điệu réo rắt, hát khen Con Một Chúa Trời, rầy sinh xuống cõi đời. Hỡi người dương thế lặng nghe cung đàn, mau tìm cho tới, thờ kính Vua giáng trần.</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CAO CUNG LÊN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22595751"/>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93848"/>
            <a:ext cx="9144000" cy="6546342"/>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t</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kỷ</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bao la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VUI GIÁNG SINH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63757944"/>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1919"/>
            <a:ext cx="9144000" cy="54102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Giáng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hòa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bài</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m</a:t>
            </a:r>
            <a:r>
              <a:rPr lang="en-US" sz="5400" b="1" dirty="0" err="1">
                <a:latin typeface="Times New Roman" panose="02020603050405020304" pitchFamily="18" charset="0"/>
                <a:cs typeface="Times New Roman" panose="02020603050405020304" pitchFamily="18" charset="0"/>
              </a:rPr>
              <a: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VUI GIÁNG SINH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747694181"/>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1919"/>
            <a:ext cx="9144000" cy="54102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nhịp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t</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n</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i.</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VUI GIÁNG SINH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8284132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3915</TotalTime>
  <Words>1404</Words>
  <Application>Microsoft Office PowerPoint</Application>
  <PresentationFormat>On-screen Show (4:3)</PresentationFormat>
  <Paragraphs>74</Paragraphs>
  <Slides>31</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NOEL VỀ (368)</vt:lpstr>
      <vt:lpstr>Nhập Lễ                                                   NOEL VỀ (368)</vt:lpstr>
      <vt:lpstr>Nhập Lễ                                                   NOEL VỀ (368)</vt:lpstr>
      <vt:lpstr>PowerPoint Presentation</vt:lpstr>
      <vt:lpstr>PowerPoint Presentation</vt:lpstr>
      <vt:lpstr>Dâng Lễ                                      THEO HƯƠNG TRẦM (53)</vt:lpstr>
      <vt:lpstr>Dâng Lễ                                      THEO HƯƠNG TRẦM (53)</vt:lpstr>
      <vt:lpstr>Dâng Lễ                                      THEO HƯƠNG TRẦM (53)</vt:lpstr>
      <vt:lpstr>Dâng Lễ                                      THEO HƯƠNG TRẦM (53)</vt:lpstr>
      <vt:lpstr>CA HIỆP LỄ</vt:lpstr>
      <vt:lpstr>Hiệp Lễ                                      CAO CUNG LÊN (HD)</vt:lpstr>
      <vt:lpstr>Hiệp Lễ                                      CAO CUNG LÊN (HD)</vt:lpstr>
      <vt:lpstr>Hiệp Lễ                                      CAO CUNG LÊN (HD)</vt:lpstr>
      <vt:lpstr>Hiệp Lễ                                      CAO CUNG LÊN (HD)</vt:lpstr>
      <vt:lpstr>Hiệp Lễ                                      CAO CUNG LÊN (HD)</vt:lpstr>
      <vt:lpstr>Hiệp Lễ                                      CAO CUNG LÊN (HD)</vt:lpstr>
      <vt:lpstr>Hiệp Lễ                                      CAO CUNG LÊN (HD)</vt:lpstr>
      <vt:lpstr>Hiệp Lễ                                      CAO CUNG LÊN (HD)</vt:lpstr>
      <vt:lpstr>Hiệp Lễ                                      CAO CUNG LÊN (HD)</vt:lpstr>
      <vt:lpstr>Hiệp Lễ                                      CAO CUNG LÊN (HD)</vt:lpstr>
      <vt:lpstr>Hiệp Lễ                                      CAO CUNG LÊN (HD)</vt:lpstr>
      <vt:lpstr>Kết Lễ                                      NIỀM VUI GIÁNG SINH (MT)</vt:lpstr>
      <vt:lpstr>Kết Lễ                                      NIỀM VUI GIÁNG SINH (MT)</vt:lpstr>
      <vt:lpstr>Kết Lễ                                      NIỀM VUI GIÁNG SINH (MT)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1309</cp:revision>
  <dcterms:created xsi:type="dcterms:W3CDTF">2018-09-17T12:52:44Z</dcterms:created>
  <dcterms:modified xsi:type="dcterms:W3CDTF">2020-12-30T18:05:07Z</dcterms:modified>
</cp:coreProperties>
</file>