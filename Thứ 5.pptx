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4112" r:id="rId2"/>
    <p:sldId id="4113" r:id="rId3"/>
    <p:sldId id="4114" r:id="rId4"/>
    <p:sldId id="4115" r:id="rId5"/>
    <p:sldId id="4116" r:id="rId6"/>
    <p:sldId id="4117" r:id="rId7"/>
    <p:sldId id="4372" r:id="rId8"/>
    <p:sldId id="5179" r:id="rId9"/>
    <p:sldId id="3415" r:id="rId10"/>
    <p:sldId id="5180" r:id="rId11"/>
    <p:sldId id="5016" r:id="rId12"/>
    <p:sldId id="5017" r:id="rId13"/>
    <p:sldId id="4102" r:id="rId14"/>
    <p:sldId id="4103" r:id="rId15"/>
    <p:sldId id="5178" r:id="rId16"/>
    <p:sldId id="4088" r:id="rId17"/>
    <p:sldId id="4089" r:id="rId18"/>
    <p:sldId id="4090" r:id="rId19"/>
    <p:sldId id="4091" r:id="rId20"/>
    <p:sldId id="4092" r:id="rId21"/>
    <p:sldId id="5181" r:id="rId22"/>
    <p:sldId id="4093" r:id="rId23"/>
    <p:sldId id="4094" r:id="rId24"/>
    <p:sldId id="5182" r:id="rId25"/>
    <p:sldId id="954" r:id="rId26"/>
    <p:sldId id="955" r:id="rId27"/>
    <p:sldId id="5183" r:id="rId28"/>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82" d="100"/>
          <a:sy n="82" d="100"/>
        </p:scale>
        <p:origin x="1613" y="5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03/03/2021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03/03/2021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03/03/2021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03/03/2021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03/03/2021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03/03/2021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03/03/2021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03/03/2021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03/03/2021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TRỖI DẬY (383)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ngủ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96236860"/>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TRỖI DẬY (383)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vòng</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tối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minh.</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0777277"/>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TRỖI DẬY (383)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82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ngủ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333778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46164"/>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NIỀM CẢM MẾN (76)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497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bờ</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sắt</a:t>
            </a:r>
            <a:r>
              <a:rPr lang="en-US" sz="5400" b="1" dirty="0">
                <a:latin typeface="Times New Roman" panose="02020603050405020304" pitchFamily="18" charset="0"/>
                <a:cs typeface="Times New Roman" panose="02020603050405020304" pitchFamily="18" charset="0"/>
              </a:rPr>
              <a:t> son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endParaRPr lang="vi-VN" sz="96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31352709"/>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NIỀM CẢM MẾN (76)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9609"/>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97476847"/>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1346"/>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lối</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họ</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20482171"/>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CŨNG MỘT KIẾP NGƯỜI (205)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0160" y="1536192"/>
            <a:ext cx="9144000" cy="6391564"/>
          </a:xfrm>
        </p:spPr>
        <p:txBody>
          <a:bodyPr>
            <a:noAutofit/>
          </a:bodyPr>
          <a:lstStyle/>
          <a:p>
            <a:pPr algn="just"/>
            <a:r>
              <a:rPr lang="vi-VN" sz="5400" b="1" dirty="0">
                <a:solidFill>
                  <a:schemeClr val="tx1"/>
                </a:solidFill>
                <a:latin typeface="+mj-lt"/>
              </a:rPr>
              <a:t>1. Cũng một kiếp người có người đi tìm chân lý. Cũng một kiếp người có người hoang phí thời gian.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31875670"/>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CŨNG MỘT KIẾP NGƯỜI (205)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0160" y="1536192"/>
            <a:ext cx="9144000" cy="6391564"/>
          </a:xfrm>
        </p:spPr>
        <p:txBody>
          <a:bodyPr>
            <a:noAutofit/>
          </a:bodyPr>
          <a:lstStyle/>
          <a:p>
            <a:pPr algn="just"/>
            <a:r>
              <a:rPr lang="vi-VN" sz="5400" b="1" dirty="0">
                <a:solidFill>
                  <a:schemeClr val="tx1"/>
                </a:solidFill>
                <a:latin typeface="+mj-lt"/>
              </a:rPr>
              <a:t>Cũng một kiếp người có người nghèo khó gian nan. Cũng một kiếp người có người quyền thế cao sang.</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16075800"/>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CŨNG MỘT KIẾP NGƯỜI (205)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tabLst>
                <a:tab pos="2155825" algn="l"/>
              </a:tabLst>
            </a:pPr>
            <a:r>
              <a:rPr lang="vi-VN" sz="5400" b="1" dirty="0">
                <a:latin typeface="+mj-lt"/>
              </a:rPr>
              <a:t>ĐK: Xin cho con sống trong kiếp người, giữa cuộc đời nổi trôi và yếu đuối. Xin cho con yêu thương mọi người, biết quên mình phục vụ anh em.</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76302473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CŨNG MỘT KIẾP NGƯỜI (205)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52575"/>
            <a:ext cx="9144000" cy="5105400"/>
          </a:xfrm>
        </p:spPr>
        <p:txBody>
          <a:bodyPr>
            <a:noAutofit/>
          </a:bodyPr>
          <a:lstStyle/>
          <a:p>
            <a:pPr algn="just">
              <a:tabLst>
                <a:tab pos="2155825" algn="l"/>
              </a:tabLst>
            </a:pPr>
            <a:r>
              <a:rPr lang="vi-VN" sz="5400" b="1" dirty="0">
                <a:latin typeface="+mj-lt"/>
              </a:rPr>
              <a:t>2. Cũng một kiếp người có người sa lầy tội lỗi. Cũng một kiếp người ngay chính bình 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792468099"/>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CŨNG MỘT KIẾP NGƯỜI (205)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52575"/>
            <a:ext cx="9144000" cy="5105400"/>
          </a:xfrm>
        </p:spPr>
        <p:txBody>
          <a:bodyPr>
            <a:noAutofit/>
          </a:bodyPr>
          <a:lstStyle/>
          <a:p>
            <a:pPr algn="just">
              <a:tabLst>
                <a:tab pos="2155825" algn="l"/>
              </a:tabLst>
            </a:pPr>
            <a:r>
              <a:rPr lang="vi-VN" sz="5400" b="1" dirty="0">
                <a:latin typeface="+mj-lt"/>
              </a:rPr>
              <a:t>Cũng một kiếp người có người hạnh phúc vui tươi. Cũng một kiếp người có người buồn chán than van.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317362694"/>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CŨNG MỘT KIẾP NGƯỜI (205)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tabLst>
                <a:tab pos="2155825" algn="l"/>
              </a:tabLst>
            </a:pPr>
            <a:r>
              <a:rPr lang="vi-VN" sz="5400" b="1" dirty="0">
                <a:latin typeface="+mj-lt"/>
              </a:rPr>
              <a:t>ĐK: Xin cho con sống trong kiếp người, giữa cuộc đời nổi trôi và yếu đuối. Xin cho con yêu thương mọi người, biết quên mình phục vụ anh em.</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51722303"/>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CŨNG MỘT KIẾP NGƯỜI (205)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52575"/>
            <a:ext cx="9144000" cy="5105400"/>
          </a:xfrm>
        </p:spPr>
        <p:txBody>
          <a:bodyPr>
            <a:noAutofit/>
          </a:bodyPr>
          <a:lstStyle/>
          <a:p>
            <a:pPr algn="just">
              <a:tabLst>
                <a:tab pos="2155825" algn="l"/>
              </a:tabLst>
            </a:pPr>
            <a:r>
              <a:rPr lang="vi-VN" sz="5400" b="1" dirty="0">
                <a:latin typeface="+mj-lt"/>
              </a:rPr>
              <a:t>3. Cũng một kiếp người có người công bình bác ái. Cũng một kiếp người có người gian dối đảo điên. </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591131583"/>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CŨNG MỘT KIẾP NGƯỜI (205)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52575"/>
            <a:ext cx="9144000" cy="5105400"/>
          </a:xfrm>
        </p:spPr>
        <p:txBody>
          <a:bodyPr>
            <a:noAutofit/>
          </a:bodyPr>
          <a:lstStyle/>
          <a:p>
            <a:pPr algn="just">
              <a:tabLst>
                <a:tab pos="2155825" algn="l"/>
              </a:tabLst>
            </a:pPr>
            <a:r>
              <a:rPr lang="vi-VN" sz="5400" b="1" dirty="0">
                <a:latin typeface="+mj-lt"/>
              </a:rPr>
              <a:t>Cũng một kiếp người có người gặp gỡ anh em. Cũng một kiếp người có người hạnh phúc vui tươi.</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2247170750"/>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CŨNG MỘT KIẾP NGƯỜI (205)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tabLst>
                <a:tab pos="2155825" algn="l"/>
              </a:tabLst>
            </a:pPr>
            <a:r>
              <a:rPr lang="vi-VN" sz="5400" b="1" dirty="0">
                <a:latin typeface="+mj-lt"/>
              </a:rPr>
              <a:t>ĐK: Xin cho con sống trong kiếp người, giữa cuộc đời nổi trôi và yếu đuối. Xin cho con yêu thương mọi người, biết quên mình phục vụ anh em.</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179358451"/>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SỐNG CHỨNG NHÂN 308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0886" y="7620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ĐK: Ta </a:t>
            </a:r>
            <a:r>
              <a:rPr lang="en-US" sz="5400" b="1" dirty="0" err="1">
                <a:solidFill>
                  <a:schemeClr val="tx1"/>
                </a:solidFill>
                <a:latin typeface="Times New Roman" pitchFamily="18" charset="0"/>
                <a:cs typeface="Times New Roman" pitchFamily="18" charset="0"/>
              </a:rPr>
              <a:t>ra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vọng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của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Đức</a:t>
            </a:r>
            <a:r>
              <a:rPr lang="en-US" sz="5400" b="1" dirty="0">
                <a:solidFill>
                  <a:schemeClr val="tx1"/>
                </a:solidFill>
                <a:latin typeface="Times New Roman" pitchFamily="18" charset="0"/>
                <a:cs typeface="Times New Roman" pitchFamily="18" charset="0"/>
              </a:rPr>
              <a:t> Ki-</a:t>
            </a:r>
            <a:r>
              <a:rPr lang="en-US" sz="5400" b="1" dirty="0" err="1">
                <a:solidFill>
                  <a:schemeClr val="tx1"/>
                </a:solidFill>
                <a:latin typeface="Times New Roman" pitchFamily="18" charset="0"/>
                <a:cs typeface="Times New Roman" pitchFamily="18" charset="0"/>
              </a:rPr>
              <a:t>tô</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bình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phúc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soi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khắp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14401396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SỐNG CHỨNG NHÂN 308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873768"/>
            <a:ext cx="9144000" cy="2881865"/>
          </a:xfrm>
        </p:spPr>
        <p:txBody>
          <a:bodyPr>
            <a:noAutofit/>
          </a:bodyPr>
          <a:lstStyle/>
          <a:p>
            <a:pPr algn="just"/>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kiếp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phai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275466889"/>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SỐNG CHỨNG NHÂN 308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0886" y="7620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ĐK: Ta </a:t>
            </a:r>
            <a:r>
              <a:rPr lang="en-US" sz="5400" b="1" dirty="0" err="1">
                <a:solidFill>
                  <a:schemeClr val="tx1"/>
                </a:solidFill>
                <a:latin typeface="Times New Roman" pitchFamily="18" charset="0"/>
                <a:cs typeface="Times New Roman" pitchFamily="18" charset="0"/>
              </a:rPr>
              <a:t>ra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vọng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của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Đức</a:t>
            </a:r>
            <a:r>
              <a:rPr lang="en-US" sz="5400" b="1" dirty="0">
                <a:solidFill>
                  <a:schemeClr val="tx1"/>
                </a:solidFill>
                <a:latin typeface="Times New Roman" pitchFamily="18" charset="0"/>
                <a:cs typeface="Times New Roman" pitchFamily="18" charset="0"/>
              </a:rPr>
              <a:t> Ki-</a:t>
            </a:r>
            <a:r>
              <a:rPr lang="en-US" sz="5400" b="1" dirty="0" err="1">
                <a:solidFill>
                  <a:schemeClr val="tx1"/>
                </a:solidFill>
                <a:latin typeface="Times New Roman" pitchFamily="18" charset="0"/>
                <a:cs typeface="Times New Roman" pitchFamily="18" charset="0"/>
              </a:rPr>
              <a:t>tô</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bình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phúc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soi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khắp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459469591"/>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4333</TotalTime>
  <Words>1015</Words>
  <Application>Microsoft Office PowerPoint</Application>
  <PresentationFormat>On-screen Show (4:3)</PresentationFormat>
  <Paragraphs>53</Paragraphs>
  <Slides>27</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HÃY TRỖI DẬY (383)</vt:lpstr>
      <vt:lpstr>Nhập Lễ                                         HÃY TRỖI DẬY (383)</vt:lpstr>
      <vt:lpstr>Nhập Lễ                                         HÃY TRỖI DẬY (383)</vt:lpstr>
      <vt:lpstr>PowerPoint Presentation</vt:lpstr>
      <vt:lpstr>PowerPoint Presentation</vt:lpstr>
      <vt:lpstr>Dâng Lễ                                 DÂNG NIỀM CẢM MẾN (76)</vt:lpstr>
      <vt:lpstr>Dâng Lễ                                 DÂNG NIỀM CẢM MẾN (76)</vt:lpstr>
      <vt:lpstr>CA HIỆP LỄ</vt:lpstr>
      <vt:lpstr>Hiệp Lễ                               CŨNG MỘT KIẾP NGƯỜI (205)</vt:lpstr>
      <vt:lpstr>Hiệp Lễ                               CŨNG MỘT KIẾP NGƯỜI (205)</vt:lpstr>
      <vt:lpstr>Hiệp Lễ                                CŨNG MỘT KIẾP NGƯỜI (205)</vt:lpstr>
      <vt:lpstr>Hiệp Lễ                                CŨNG MỘT KIẾP NGƯỜI (205)</vt:lpstr>
      <vt:lpstr>Hiệp Lễ                                CŨNG MỘT KIẾP NGƯỜI (205)</vt:lpstr>
      <vt:lpstr>Hiệp Lễ                                CŨNG MỘT KIẾP NGƯỜI (205)</vt:lpstr>
      <vt:lpstr>Hiệp Lễ                                CŨNG MỘT KIẾP NGƯỜI (205)</vt:lpstr>
      <vt:lpstr>Hiệp Lễ                                CŨNG MỘT KIẾP NGƯỜI (205)</vt:lpstr>
      <vt:lpstr>Hiệp Lễ                                CŨNG MỘT KIẾP NGƯỜI (205)</vt:lpstr>
      <vt:lpstr>Kết lễ                                     SỐNG CHỨNG NHÂN 308</vt:lpstr>
      <vt:lpstr>Kết lễ                                     SỐNG CHỨNG NHÂN 308</vt:lpstr>
      <vt:lpstr>Kết lễ                                     SỐNG CHỨNG NHÂN 308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1398</cp:revision>
  <dcterms:created xsi:type="dcterms:W3CDTF">2018-09-17T12:52:44Z</dcterms:created>
  <dcterms:modified xsi:type="dcterms:W3CDTF">2021-03-03T16:24:20Z</dcterms:modified>
</cp:coreProperties>
</file>