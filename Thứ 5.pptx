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5"/>
  </p:notesMasterIdLst>
  <p:sldIdLst>
    <p:sldId id="4810" r:id="rId2"/>
    <p:sldId id="4811" r:id="rId3"/>
    <p:sldId id="4812" r:id="rId4"/>
    <p:sldId id="4813" r:id="rId5"/>
    <p:sldId id="4814" r:id="rId6"/>
    <p:sldId id="4815" r:id="rId7"/>
    <p:sldId id="5163" r:id="rId8"/>
    <p:sldId id="3805" r:id="rId9"/>
    <p:sldId id="3806" r:id="rId10"/>
    <p:sldId id="5460" r:id="rId11"/>
    <p:sldId id="2426" r:id="rId12"/>
    <p:sldId id="5017" r:id="rId13"/>
    <p:sldId id="3525" r:id="rId14"/>
    <p:sldId id="3526" r:id="rId15"/>
    <p:sldId id="3527" r:id="rId16"/>
    <p:sldId id="5461" r:id="rId17"/>
    <p:sldId id="5412" r:id="rId18"/>
    <p:sldId id="2517" r:id="rId19"/>
    <p:sldId id="2518" r:id="rId20"/>
    <p:sldId id="2519" r:id="rId21"/>
    <p:sldId id="5462" r:id="rId22"/>
    <p:sldId id="1242" r:id="rId23"/>
    <p:sldId id="1243" r:id="rId24"/>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927" autoAdjust="0"/>
    <p:restoredTop sz="86404" autoAdjust="0"/>
  </p:normalViewPr>
  <p:slideViewPr>
    <p:cSldViewPr snapToGrid="0">
      <p:cViewPr varScale="1">
        <p:scale>
          <a:sx n="86" d="100"/>
          <a:sy n="86" d="100"/>
        </p:scale>
        <p:origin x="1618" y="67"/>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10/05/2021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8</a:t>
            </a:fld>
            <a:endParaRPr lang="en-US"/>
          </a:p>
        </p:txBody>
      </p:sp>
    </p:spTree>
    <p:extLst>
      <p:ext uri="{BB962C8B-B14F-4D97-AF65-F5344CB8AC3E}">
        <p14:creationId xmlns:p14="http://schemas.microsoft.com/office/powerpoint/2010/main" val="42463132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9</a:t>
            </a:fld>
            <a:endParaRPr lang="en-US"/>
          </a:p>
        </p:txBody>
      </p:sp>
    </p:spTree>
    <p:extLst>
      <p:ext uri="{BB962C8B-B14F-4D97-AF65-F5344CB8AC3E}">
        <p14:creationId xmlns:p14="http://schemas.microsoft.com/office/powerpoint/2010/main" val="145684794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10</a:t>
            </a:fld>
            <a:endParaRPr lang="en-US"/>
          </a:p>
        </p:txBody>
      </p:sp>
    </p:spTree>
    <p:extLst>
      <p:ext uri="{BB962C8B-B14F-4D97-AF65-F5344CB8AC3E}">
        <p14:creationId xmlns:p14="http://schemas.microsoft.com/office/powerpoint/2010/main" val="37813181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FE9B4D02-34BE-4821-B7BE-65F126276FBD}" type="slidenum">
              <a:rPr lang="en-US" smtClean="0"/>
              <a:pPr/>
              <a:t>22</a:t>
            </a:fld>
            <a:endParaRPr lang="en-US"/>
          </a:p>
        </p:txBody>
      </p:sp>
    </p:spTree>
    <p:extLst>
      <p:ext uri="{BB962C8B-B14F-4D97-AF65-F5344CB8AC3E}">
        <p14:creationId xmlns:p14="http://schemas.microsoft.com/office/powerpoint/2010/main" val="5442901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FE9B4D02-34BE-4821-B7BE-65F126276FBD}" type="slidenum">
              <a:rPr lang="en-US" smtClean="0"/>
              <a:pPr/>
              <a:t>23</a:t>
            </a:fld>
            <a:endParaRPr lang="en-US"/>
          </a:p>
        </p:txBody>
      </p:sp>
    </p:spTree>
    <p:extLst>
      <p:ext uri="{BB962C8B-B14F-4D97-AF65-F5344CB8AC3E}">
        <p14:creationId xmlns:p14="http://schemas.microsoft.com/office/powerpoint/2010/main" val="372841291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10/05/2021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10/05/2021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10/05/2021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10/05/2021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10/05/2021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10/05/2021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10/05/2021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10/05/2021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10/05/2021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10/05/2021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10/05/2021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10/05/2021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406D17-6BBA-4289-872B-3483843B683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1693604-3977-4881-B828-703F88560D6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5500320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95400"/>
            <a:ext cx="9144000" cy="62484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Hãy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chiếu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soi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lửa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hồng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vào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đêm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tối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sâu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thẳm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hồn</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Lửa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lửa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huyền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siêu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Ngôi</a:t>
            </a:r>
            <a:r>
              <a:rPr lang="en-US" sz="5400" b="1" dirty="0">
                <a:solidFill>
                  <a:schemeClr val="tx1"/>
                </a:solidFill>
                <a:latin typeface="Times New Roman" pitchFamily="18" charset="0"/>
                <a:cs typeface="Times New Roman" pitchFamily="18" charset="0"/>
              </a:rPr>
              <a:t> Ba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ban </a:t>
            </a:r>
            <a:r>
              <a:rPr lang="en-US" sz="5400" b="1" dirty="0" err="1">
                <a:solidFill>
                  <a:schemeClr val="tx1"/>
                </a:solidFill>
                <a:latin typeface="Times New Roman" pitchFamily="18" charset="0"/>
                <a:cs typeface="Times New Roman" pitchFamily="18" charset="0"/>
              </a:rPr>
              <a:t>nhiều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ân</a:t>
            </a:r>
            <a:r>
              <a:rPr lang="en-US" sz="5400" b="1" dirty="0">
                <a:solidFill>
                  <a:schemeClr val="tx1"/>
                </a:solidFill>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HÃY CHIẾU SOI 253	</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20608737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43000"/>
            <a:ext cx="9144000" cy="6248400"/>
          </a:xfrm>
        </p:spPr>
        <p:txBody>
          <a:bodyPr>
            <a:noAutofit/>
          </a:bodyPr>
          <a:lstStyle/>
          <a:p>
            <a:pPr algn="just"/>
            <a:r>
              <a:rPr lang="en-US" sz="5400" b="1" dirty="0">
                <a:solidFill>
                  <a:schemeClr val="tx1"/>
                </a:solidFill>
                <a:latin typeface="Times New Roman" pitchFamily="18" charset="0"/>
                <a:cs typeface="Times New Roman" pitchFamily="18" charset="0"/>
              </a:rPr>
              <a:t>1. Xin </a:t>
            </a:r>
            <a:r>
              <a:rPr lang="en-US" sz="5400" b="1" dirty="0" err="1">
                <a:solidFill>
                  <a:schemeClr val="tx1"/>
                </a:solidFill>
                <a:latin typeface="Times New Roman" pitchFamily="18" charset="0"/>
                <a:cs typeface="Times New Roman" pitchFamily="18" charset="0"/>
              </a:rPr>
              <a:t>đưa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bước</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về</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chân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lý</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hừng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đông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chiếu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soi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bóng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ngát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tìm</a:t>
            </a:r>
            <a:r>
              <a:rPr lang="en-US" sz="5400" b="1" dirty="0">
                <a:solidFill>
                  <a:schemeClr val="tx1"/>
                </a:solidFill>
                <a:latin typeface="Times New Roman" pitchFamily="18" charset="0"/>
                <a:cs typeface="Times New Roman" pitchFamily="18" charset="0"/>
              </a:rPr>
              <a:t> an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trong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bàn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tay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hiền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từ</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dìu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đưa</a:t>
            </a:r>
            <a:r>
              <a:rPr lang="en-US" sz="5400" b="1" dirty="0">
                <a:solidFill>
                  <a:schemeClr val="tx1"/>
                </a:solidFill>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HÃY CHIẾU SOI 253	</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668323879"/>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95400"/>
            <a:ext cx="9144000" cy="62484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Hãy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chiếu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soi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lửa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hồng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vào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đêm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tối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sâu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thẳm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hồn</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Lửa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lửa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huyền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siêu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Ngôi</a:t>
            </a:r>
            <a:r>
              <a:rPr lang="en-US" sz="5400" b="1" dirty="0">
                <a:solidFill>
                  <a:schemeClr val="tx1"/>
                </a:solidFill>
                <a:latin typeface="Times New Roman" pitchFamily="18" charset="0"/>
                <a:cs typeface="Times New Roman" pitchFamily="18" charset="0"/>
              </a:rPr>
              <a:t> Ba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ban </a:t>
            </a:r>
            <a:r>
              <a:rPr lang="en-US" sz="5400" b="1" dirty="0" err="1">
                <a:solidFill>
                  <a:schemeClr val="tx1"/>
                </a:solidFill>
                <a:latin typeface="Times New Roman" pitchFamily="18" charset="0"/>
                <a:cs typeface="Times New Roman" pitchFamily="18" charset="0"/>
              </a:rPr>
              <a:t>nhiều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ân</a:t>
            </a:r>
            <a:r>
              <a:rPr lang="en-US" sz="5400" b="1" dirty="0">
                <a:solidFill>
                  <a:schemeClr val="tx1"/>
                </a:solidFill>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HÃY CHIẾU SOI 253	</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893722306"/>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189607"/>
            <a:ext cx="9144000" cy="7164280"/>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hữu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khiến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an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64627009"/>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461961"/>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điều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nhắc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nói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All…</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04007725"/>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XIN CHA THƯƠNG (581)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47825"/>
            <a:ext cx="9144000" cy="6391564"/>
          </a:xfrm>
        </p:spPr>
        <p:txBody>
          <a:bodyPr>
            <a:noAutofit/>
          </a:bodyPr>
          <a:lstStyle/>
          <a:p>
            <a:pPr algn="just"/>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Này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đoàn</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kính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rượu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Cùng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buồ</a:t>
            </a:r>
            <a:r>
              <a:rPr lang="en-US" sz="5400" b="1" dirty="0" err="1">
                <a:latin typeface="Times New Roman" pitchFamily="18" charset="0"/>
                <a:cs typeface="Times New Roman" pitchFamily="18" charset="0"/>
              </a:rPr>
              <a:t>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vui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năm</a:t>
            </a:r>
            <a:r>
              <a:rPr lang="en-US" sz="5400" b="1" dirty="0">
                <a:latin typeface="Times New Roman" pitchFamily="18" charset="0"/>
                <a:cs typeface="Times New Roman" pitchFamily="18" charset="0"/>
              </a:rPr>
              <a:t> qua,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Cha </a:t>
            </a:r>
            <a:r>
              <a:rPr lang="en-US" sz="5400" b="1" dirty="0" err="1">
                <a:latin typeface="Times New Roman" pitchFamily="18" charset="0"/>
                <a:cs typeface="Times New Roman" pitchFamily="18" charset="0"/>
              </a:rPr>
              <a:t>hiền</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764293275"/>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XIN CHA THƯƠNG (581)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875"/>
            <a:ext cx="9144000" cy="6391564"/>
          </a:xfrm>
        </p:spPr>
        <p:txBody>
          <a:bodyPr>
            <a:noAutofit/>
          </a:bodyPr>
          <a:lstStyle/>
          <a:p>
            <a:pPr algn="just"/>
            <a:r>
              <a:rPr lang="en-US" sz="5400" b="1" dirty="0">
                <a:latin typeface="Times New Roman" pitchFamily="18" charset="0"/>
                <a:cs typeface="Times New Roman" pitchFamily="18" charset="0"/>
              </a:rPr>
              <a:t>ĐK: Xin Cha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rượu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đoàn</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Cho </a:t>
            </a:r>
            <a:r>
              <a:rPr lang="en-US" sz="5400" b="1" dirty="0" err="1">
                <a:latin typeface="Times New Roman" pitchFamily="18" charset="0"/>
                <a:cs typeface="Times New Roman" pitchFamily="18" charset="0"/>
              </a:rPr>
              <a:t>bánh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rượu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thơm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nuôi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đoàn</a:t>
            </a:r>
            <a:r>
              <a:rPr lang="en-US" sz="5400" b="1" dirty="0">
                <a:latin typeface="Times New Roman" pitchFamily="18" charset="0"/>
                <a:cs typeface="Times New Roman" pitchFamily="18" charset="0"/>
              </a:rPr>
              <a:t> con.</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547409196"/>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XIN CHA THƯƠNG (581)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47825"/>
            <a:ext cx="9144000" cy="6391564"/>
          </a:xfrm>
        </p:spPr>
        <p:txBody>
          <a:bodyPr>
            <a:noAutofit/>
          </a:bodyPr>
          <a:lstStyle/>
          <a:p>
            <a:pPr algn="just"/>
            <a:r>
              <a:rPr lang="en-US" sz="5400" b="1" dirty="0">
                <a:solidFill>
                  <a:schemeClr val="tx1"/>
                </a:solidFill>
                <a:latin typeface="Times New Roman" pitchFamily="18" charset="0"/>
                <a:cs typeface="Times New Roman" pitchFamily="18" charset="0"/>
              </a:rPr>
              <a:t>2. </a:t>
            </a:r>
            <a:r>
              <a:rPr lang="en-US" sz="5400" b="1" dirty="0" err="1">
                <a:solidFill>
                  <a:schemeClr val="tx1"/>
                </a:solidFill>
                <a:latin typeface="Times New Roman" pitchFamily="18" charset="0"/>
                <a:cs typeface="Times New Roman" pitchFamily="18" charset="0"/>
              </a:rPr>
              <a:t>Này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đoàn</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kính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Cha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nguồn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cần</a:t>
            </a:r>
            <a:r>
              <a:rPr lang="en-US" sz="5400" b="1" dirty="0">
                <a:solidFill>
                  <a:schemeClr val="tx1"/>
                </a:solidFill>
                <a:latin typeface="Times New Roman" pitchFamily="18" charset="0"/>
                <a:cs typeface="Times New Roman" pitchFamily="18" charset="0"/>
              </a:rPr>
              <a:t> lao </a:t>
            </a:r>
            <a:r>
              <a:rPr lang="en-US" sz="5400" b="1" dirty="0" err="1">
                <a:solidFill>
                  <a:schemeClr val="tx1"/>
                </a:solidFill>
                <a:latin typeface="Times New Roman" pitchFamily="18" charset="0"/>
                <a:cs typeface="Times New Roman" pitchFamily="18" charset="0"/>
              </a:rPr>
              <a:t>những</a:t>
            </a:r>
            <a:r>
              <a:rPr lang="en-US" sz="5400" b="1" dirty="0">
                <a:solidFill>
                  <a:schemeClr val="tx1"/>
                </a:solidFill>
                <a:latin typeface="Times New Roman" pitchFamily="18" charset="0"/>
                <a:cs typeface="Times New Roman" pitchFamily="18" charset="0"/>
              </a:rPr>
              <a:t> lo </a:t>
            </a:r>
            <a:r>
              <a:rPr lang="en-US" sz="5400" b="1" dirty="0" err="1">
                <a:solidFill>
                  <a:schemeClr val="tx1"/>
                </a:solidFill>
                <a:latin typeface="Times New Roman" pitchFamily="18" charset="0"/>
                <a:cs typeface="Times New Roman" pitchFamily="18" charset="0"/>
              </a:rPr>
              <a:t>âu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thức</a:t>
            </a:r>
            <a:r>
              <a:rPr lang="en-US" sz="5400" b="1" dirty="0">
                <a:solidFill>
                  <a:schemeClr val="tx1"/>
                </a:solidFill>
                <a:latin typeface="Times New Roman" pitchFamily="18" charset="0"/>
                <a:cs typeface="Times New Roman" pitchFamily="18" charset="0"/>
              </a:rPr>
              <a:t> bao </a:t>
            </a:r>
            <a:r>
              <a:rPr lang="en-US" sz="5400" b="1" dirty="0" err="1">
                <a:solidFill>
                  <a:schemeClr val="tx1"/>
                </a:solidFill>
                <a:latin typeface="Times New Roman" pitchFamily="18" charset="0"/>
                <a:cs typeface="Times New Roman" pitchFamily="18" charset="0"/>
              </a:rPr>
              <a:t>đêm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trường</a:t>
            </a:r>
            <a:r>
              <a:rPr lang="en-US" sz="5400" b="1" dirty="0">
                <a:solidFill>
                  <a:schemeClr val="tx1"/>
                </a:solidFill>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484307794"/>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XIN CHA THƯƠNG (581)</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85875"/>
            <a:ext cx="9144000" cy="6391564"/>
          </a:xfrm>
        </p:spPr>
        <p:txBody>
          <a:bodyPr>
            <a:noAutofit/>
          </a:bodyPr>
          <a:lstStyle/>
          <a:p>
            <a:pPr algn="just"/>
            <a:r>
              <a:rPr lang="en-US" sz="5400" b="1" dirty="0">
                <a:latin typeface="Times New Roman" pitchFamily="18" charset="0"/>
                <a:cs typeface="Times New Roman" pitchFamily="18" charset="0"/>
              </a:rPr>
              <a:t>ĐK: Xin Cha </a:t>
            </a:r>
            <a:r>
              <a:rPr lang="en-US" sz="5400" b="1" dirty="0" err="1">
                <a:latin typeface="Times New Roman" pitchFamily="18" charset="0"/>
                <a:cs typeface="Times New Roman" pitchFamily="18" charset="0"/>
              </a:rPr>
              <a:t>thương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nhận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rượu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đoàn</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Cho </a:t>
            </a:r>
            <a:r>
              <a:rPr lang="en-US" sz="5400" b="1" dirty="0" err="1">
                <a:latin typeface="Times New Roman" pitchFamily="18" charset="0"/>
                <a:cs typeface="Times New Roman" pitchFamily="18" charset="0"/>
              </a:rPr>
              <a:t>bánh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rượu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thơm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nuôi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đoàn</a:t>
            </a:r>
            <a:r>
              <a:rPr lang="en-US" sz="5400" b="1" dirty="0">
                <a:latin typeface="Times New Roman" pitchFamily="18" charset="0"/>
                <a:cs typeface="Times New Roman" pitchFamily="18" charset="0"/>
              </a:rPr>
              <a:t> con.</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831680790"/>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836128-4A05-40B8-BBED-8B4157398241}"/>
              </a:ext>
            </a:extLst>
          </p:cNvPr>
          <p:cNvSpPr>
            <a:spLocks noGrp="1"/>
          </p:cNvSpPr>
          <p:nvPr>
            <p:ph type="title"/>
          </p:nvPr>
        </p:nvSpPr>
        <p:spPr>
          <a:xfrm>
            <a:off x="-1" y="0"/>
            <a:ext cx="9143999" cy="1325563"/>
          </a:xfrm>
        </p:spPr>
        <p:txBody>
          <a:bodyPr>
            <a:normAutofit/>
          </a:bodyPr>
          <a:lstStyle/>
          <a:p>
            <a:r>
              <a:rPr lang="en-US" sz="5400" b="1" dirty="0">
                <a:solidFill>
                  <a:srgbClr val="FF0000"/>
                </a:solidFill>
                <a:latin typeface="Times New Roman" panose="02020603050405020304" pitchFamily="18" charset="0"/>
                <a:cs typeface="Times New Roman" panose="02020603050405020304" pitchFamily="18" charset="0"/>
              </a:rPr>
              <a:t>Ca </a:t>
            </a:r>
            <a:r>
              <a:rPr lang="en-US" sz="5400" b="1" dirty="0" err="1">
                <a:solidFill>
                  <a:srgbClr val="FF0000"/>
                </a:solidFill>
                <a:latin typeface="Times New Roman" panose="02020603050405020304" pitchFamily="18" charset="0"/>
                <a:cs typeface="Times New Roman" panose="02020603050405020304" pitchFamily="18" charset="0"/>
              </a:rPr>
              <a:t>hiệp</a:t>
            </a:r>
            <a:r>
              <a:rPr lang="en-US" sz="5400" b="1" dirty="0">
                <a:solidFill>
                  <a:srgbClr val="FF0000"/>
                </a:solidFill>
                <a:latin typeface="Times New Roman" panose="02020603050405020304" pitchFamily="18" charset="0"/>
                <a:cs typeface="Times New Roman" panose="02020603050405020304" pitchFamily="18" charset="0"/>
              </a:rPr>
              <a:t> </a:t>
            </a:r>
            <a:r>
              <a:rPr lang="en-US" sz="5400" b="1" dirty="0" err="1">
                <a:solidFill>
                  <a:srgbClr val="FF0000"/>
                </a:solidFill>
                <a:latin typeface="Times New Roman" panose="02020603050405020304" pitchFamily="18" charset="0"/>
                <a:cs typeface="Times New Roman" panose="02020603050405020304" pitchFamily="18" charset="0"/>
              </a:rPr>
              <a:t>lễ</a:t>
            </a:r>
            <a:endParaRPr lang="en-US" sz="5400" b="1" dirty="0">
              <a:solidFill>
                <a:srgbClr val="FF0000"/>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19C51F5D-34DD-43C2-95A7-3D04A4BAD8AB}"/>
              </a:ext>
            </a:extLst>
          </p:cNvPr>
          <p:cNvSpPr>
            <a:spLocks noGrp="1"/>
          </p:cNvSpPr>
          <p:nvPr>
            <p:ph idx="1"/>
          </p:nvPr>
        </p:nvSpPr>
        <p:spPr>
          <a:xfrm>
            <a:off x="0" y="1416112"/>
            <a:ext cx="9144000" cy="4351338"/>
          </a:xfrm>
        </p:spPr>
        <p:txBody>
          <a:bodyPr>
            <a:noAutofit/>
          </a:bodyPr>
          <a:lstStyle/>
          <a:p>
            <a:pPr marL="0" indent="0" algn="just">
              <a:buNone/>
            </a:pP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Ki-</a:t>
            </a:r>
            <a:r>
              <a:rPr lang="en-US" sz="5400" b="1" dirty="0" err="1">
                <a:latin typeface="Times New Roman" panose="02020603050405020304" pitchFamily="18" charset="0"/>
                <a:cs typeface="Times New Roman" panose="02020603050405020304" pitchFamily="18" charset="0"/>
              </a:rPr>
              <a:t>tô</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phải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chịu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khổ</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cõi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vậy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quang</a:t>
            </a:r>
            <a:r>
              <a:rPr lang="en-US" sz="5400" b="1" dirty="0">
                <a:latin typeface="Times New Roman" panose="02020603050405020304" pitchFamily="18" charset="0"/>
                <a:cs typeface="Times New Roman" panose="02020603050405020304" pitchFamily="18" charset="0"/>
              </a:rPr>
              <a:t>. </a:t>
            </a:r>
            <a:r>
              <a:rPr lang="en-US" sz="5400" b="1">
                <a:latin typeface="Times New Roman" panose="02020603050405020304" pitchFamily="18" charset="0"/>
                <a:cs typeface="Times New Roman" panose="02020603050405020304" pitchFamily="18" charset="0"/>
              </a:rPr>
              <a:t>Alleluia.</a:t>
            </a:r>
            <a:endParaRPr lang="en-US"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214843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TÌNH YÊU THƯƠNG VỜI VỢI 145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24910"/>
            <a:ext cx="9144000" cy="5105400"/>
          </a:xfrm>
        </p:spPr>
        <p:txBody>
          <a:bodyPr>
            <a:noAutofit/>
          </a:bodyPr>
          <a:lstStyle/>
          <a:p>
            <a:pPr algn="just">
              <a:tabLst>
                <a:tab pos="2155825" algn="l"/>
              </a:tabLst>
            </a:pPr>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có</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vượt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hơn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vì</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bao</a:t>
            </a:r>
            <a:r>
              <a:rPr lang="en-US" sz="5400" b="1" dirty="0">
                <a:solidFill>
                  <a:schemeClr val="tx1"/>
                </a:solidFill>
                <a:latin typeface="Times New Roman" pitchFamily="18" charset="0"/>
                <a:cs typeface="Times New Roman" pitchFamily="18" charset="0"/>
              </a:rPr>
              <a:t> la </a:t>
            </a:r>
            <a:r>
              <a:rPr lang="en-US" sz="5400" b="1" dirty="0" err="1">
                <a:solidFill>
                  <a:schemeClr val="tx1"/>
                </a:solidFill>
                <a:latin typeface="Times New Roman" pitchFamily="18" charset="0"/>
                <a:cs typeface="Times New Roman" pitchFamily="18" charset="0"/>
              </a:rPr>
              <a:t>muôn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lời</a:t>
            </a:r>
            <a:r>
              <a:rPr lang="en-US" sz="5400" b="1" dirty="0">
                <a:solidFill>
                  <a:schemeClr val="tx1"/>
                </a:solidFill>
                <a:latin typeface="Times New Roman" pitchFamily="18" charset="0"/>
                <a:cs typeface="Times New Roman" pitchFamily="18" charset="0"/>
              </a:rPr>
              <a:t> ca </a:t>
            </a:r>
            <a:r>
              <a:rPr lang="en-US" sz="5400" b="1" dirty="0" err="1">
                <a:solidFill>
                  <a:schemeClr val="tx1"/>
                </a:solidFill>
                <a:latin typeface="Times New Roman" pitchFamily="18" charset="0"/>
                <a:cs typeface="Times New Roman" pitchFamily="18" charset="0"/>
              </a:rPr>
              <a:t>cảm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tạ</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Cha. </a:t>
            </a:r>
            <a:r>
              <a:rPr lang="en-US" sz="5400" b="1" dirty="0" err="1">
                <a:solidFill>
                  <a:schemeClr val="tx1"/>
                </a:solidFill>
                <a:latin typeface="Times New Roman" pitchFamily="18" charset="0"/>
                <a:cs typeface="Times New Roman" pitchFamily="18" charset="0"/>
              </a:rPr>
              <a:t>Mãi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Cha </a:t>
            </a:r>
            <a:r>
              <a:rPr lang="en-US" sz="5400" b="1" dirty="0" err="1">
                <a:solidFill>
                  <a:schemeClr val="tx1"/>
                </a:solidFill>
                <a:latin typeface="Times New Roman" pitchFamily="18" charset="0"/>
                <a:cs typeface="Times New Roman" pitchFamily="18" charset="0"/>
              </a:rPr>
              <a:t>nhân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hiền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nuôi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sống</a:t>
            </a:r>
            <a:r>
              <a:rPr lang="en-US" sz="5400" b="1" dirty="0">
                <a:solidFill>
                  <a:schemeClr val="tx1"/>
                </a:solidFill>
                <a:latin typeface="Times New Roman" pitchFamily="18" charset="0"/>
                <a:cs typeface="Times New Roman" pitchFamily="18" charset="0"/>
              </a:rPr>
              <a:t> con.</a:t>
            </a:r>
          </a:p>
        </p:txBody>
      </p:sp>
    </p:spTree>
    <p:extLst>
      <p:ext uri="{BB962C8B-B14F-4D97-AF65-F5344CB8AC3E}">
        <p14:creationId xmlns:p14="http://schemas.microsoft.com/office/powerpoint/2010/main" val="2565254314"/>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TÌNH YÊU THƯƠNG VỜI VỢI 145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24910"/>
            <a:ext cx="9144000" cy="5105400"/>
          </a:xfrm>
        </p:spPr>
        <p:txBody>
          <a:bodyPr>
            <a:noAutofit/>
          </a:bodyPr>
          <a:lstStyle/>
          <a:p>
            <a:pPr algn="just">
              <a:tabLst>
                <a:tab pos="2155825" algn="l"/>
              </a:tabLst>
            </a:pPr>
            <a:r>
              <a:rPr lang="en-US" sz="5400" b="1" dirty="0">
                <a:latin typeface="Times New Roman" pitchFamily="18" charset="0"/>
                <a:cs typeface="Times New Roman" pitchFamily="18" charset="0"/>
              </a:rPr>
              <a:t>2.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cùng</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đây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tội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năm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không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thăm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đến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trong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tim</a:t>
            </a:r>
            <a:r>
              <a:rPr lang="en-US" sz="5400" b="1" dirty="0">
                <a:latin typeface="Times New Roman" pitchFamily="18" charset="0"/>
                <a:cs typeface="Times New Roman" pitchFamily="18" charset="0"/>
              </a:rPr>
              <a:t> con ban </a:t>
            </a:r>
            <a:r>
              <a:rPr lang="en-US" sz="5400" b="1" dirty="0" err="1">
                <a:latin typeface="Times New Roman" pitchFamily="18" charset="0"/>
                <a:cs typeface="Times New Roman" pitchFamily="18" charset="0"/>
              </a:rPr>
              <a:t>thần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giữ</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hồn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đẹp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luôn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Mãi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mãi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Cha </a:t>
            </a:r>
            <a:r>
              <a:rPr lang="en-US" sz="5400" b="1" dirty="0" err="1">
                <a:latin typeface="Times New Roman" pitchFamily="18" charset="0"/>
                <a:cs typeface="Times New Roman" pitchFamily="18" charset="0"/>
              </a:rPr>
              <a:t>nhân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ái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mẹ</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hiền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nuôi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sống</a:t>
            </a:r>
            <a:r>
              <a:rPr lang="en-US" sz="5400" b="1" dirty="0">
                <a:latin typeface="Times New Roman" pitchFamily="18" charset="0"/>
                <a:cs typeface="Times New Roman" pitchFamily="18" charset="0"/>
              </a:rPr>
              <a:t> con.</a:t>
            </a:r>
          </a:p>
        </p:txBody>
      </p:sp>
    </p:spTree>
    <p:extLst>
      <p:ext uri="{BB962C8B-B14F-4D97-AF65-F5344CB8AC3E}">
        <p14:creationId xmlns:p14="http://schemas.microsoft.com/office/powerpoint/2010/main" val="3248046533"/>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a:solidFill>
                  <a:srgbClr val="FF0000"/>
                </a:solidFill>
                <a:latin typeface="Times New Roman" pitchFamily="18" charset="0"/>
                <a:cs typeface="Times New Roman" pitchFamily="18" charset="0"/>
              </a:rPr>
              <a:t>Hiệp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TÌNH YÊU </a:t>
            </a:r>
            <a:r>
              <a:rPr lang="en-US" sz="2400" b="1">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THƯƠNG VỜI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VỢI 145</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893380"/>
            <a:ext cx="9144000" cy="5105400"/>
          </a:xfrm>
        </p:spPr>
        <p:txBody>
          <a:bodyPr>
            <a:noAutofit/>
          </a:bodyPr>
          <a:lstStyle/>
          <a:p>
            <a:pPr algn="just">
              <a:tabLst>
                <a:tab pos="2155825" algn="l"/>
              </a:tabLst>
            </a:pPr>
            <a:r>
              <a:rPr lang="en-US" sz="5400" b="1" dirty="0">
                <a:solidFill>
                  <a:schemeClr val="tx1"/>
                </a:solidFill>
                <a:latin typeface="Times New Roman" pitchFamily="18" charset="0"/>
                <a:cs typeface="Times New Roman" pitchFamily="18" charset="0"/>
              </a:rPr>
              <a:t>3. </a:t>
            </a:r>
            <a:r>
              <a:rPr lang="en-US" sz="5400" b="1" dirty="0" err="1">
                <a:solidFill>
                  <a:schemeClr val="tx1"/>
                </a:solidFill>
                <a:latin typeface="Times New Roman" pitchFamily="18" charset="0"/>
                <a:cs typeface="Times New Roman" pitchFamily="18" charset="0"/>
              </a:rPr>
              <a:t>Máu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từ</a:t>
            </a:r>
            <a:r>
              <a:rPr lang="en-US" sz="5400" b="1" dirty="0">
                <a:solidFill>
                  <a:schemeClr val="tx1"/>
                </a:solidFill>
                <a:latin typeface="Times New Roman" pitchFamily="18" charset="0"/>
                <a:cs typeface="Times New Roman" pitchFamily="18" charset="0"/>
              </a:rPr>
              <a:t> Can-</a:t>
            </a:r>
            <a:r>
              <a:rPr lang="en-US" sz="5400" b="1" dirty="0" err="1">
                <a:solidFill>
                  <a:schemeClr val="tx1"/>
                </a:solidFill>
                <a:latin typeface="Times New Roman" pitchFamily="18" charset="0"/>
                <a:cs typeface="Times New Roman" pitchFamily="18" charset="0"/>
              </a:rPr>
              <a:t>vê</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nào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còn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hồng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ân</a:t>
            </a:r>
            <a:r>
              <a:rPr lang="en-US" sz="5400" b="1" dirty="0">
                <a:solidFill>
                  <a:schemeClr val="tx1"/>
                </a:solidFill>
                <a:latin typeface="Times New Roman" pitchFamily="18" charset="0"/>
                <a:cs typeface="Times New Roman" pitchFamily="18" charset="0"/>
              </a:rPr>
              <a:t> ban </a:t>
            </a:r>
            <a:r>
              <a:rPr lang="en-US" sz="5400" b="1" dirty="0" err="1">
                <a:solidFill>
                  <a:schemeClr val="tx1"/>
                </a:solidFill>
                <a:latin typeface="Times New Roman" pitchFamily="18" charset="0"/>
                <a:cs typeface="Times New Roman" pitchFamily="18" charset="0"/>
              </a:rPr>
              <a:t>tặng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dân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Máu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đổ</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gian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nuôi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hồn</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tháng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lầm</a:t>
            </a:r>
            <a:r>
              <a:rPr lang="en-US" sz="5400" b="1" dirty="0">
                <a:solidFill>
                  <a:schemeClr val="tx1"/>
                </a:solidFill>
                <a:latin typeface="Times New Roman" pitchFamily="18" charset="0"/>
                <a:cs typeface="Times New Roman" pitchFamily="18" charset="0"/>
              </a:rPr>
              <a:t> than. </a:t>
            </a:r>
            <a:r>
              <a:rPr lang="en-US" sz="5400" b="1" dirty="0" err="1">
                <a:solidFill>
                  <a:schemeClr val="tx1"/>
                </a:solidFill>
                <a:latin typeface="Times New Roman" pitchFamily="18" charset="0"/>
                <a:cs typeface="Times New Roman" pitchFamily="18" charset="0"/>
              </a:rPr>
              <a:t>Mãi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mãi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Cha </a:t>
            </a:r>
            <a:r>
              <a:rPr lang="en-US" sz="5400" b="1" dirty="0" err="1">
                <a:solidFill>
                  <a:schemeClr val="tx1"/>
                </a:solidFill>
                <a:latin typeface="Times New Roman" pitchFamily="18" charset="0"/>
                <a:cs typeface="Times New Roman" pitchFamily="18" charset="0"/>
              </a:rPr>
              <a:t>nhân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hiền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nuôi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sống</a:t>
            </a:r>
            <a:r>
              <a:rPr lang="en-US" sz="5400" b="1" dirty="0">
                <a:solidFill>
                  <a:schemeClr val="tx1"/>
                </a:solidFill>
                <a:latin typeface="Times New Roman" pitchFamily="18" charset="0"/>
                <a:cs typeface="Times New Roman" pitchFamily="18" charset="0"/>
              </a:rPr>
              <a:t> con.</a:t>
            </a:r>
          </a:p>
        </p:txBody>
      </p:sp>
    </p:spTree>
    <p:extLst>
      <p:ext uri="{BB962C8B-B14F-4D97-AF65-F5344CB8AC3E}">
        <p14:creationId xmlns:p14="http://schemas.microsoft.com/office/powerpoint/2010/main" val="2971736825"/>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C42DC8-7DD7-4C81-ABF8-09DF02DF69B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6293691-417B-41C2-925E-E38D18F3F86E}"/>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02367096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CHÚT TÌNH CON THƠ 238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14400"/>
            <a:ext cx="9144000" cy="5105400"/>
          </a:xfrm>
        </p:spPr>
        <p:txBody>
          <a:bodyPr>
            <a:noAutofit/>
          </a:bodyPr>
          <a:lstStyle/>
          <a:p>
            <a:pPr algn="just">
              <a:tabLst>
                <a:tab pos="2155825" algn="l"/>
              </a:tabLst>
            </a:pPr>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trần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gian</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chưa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thấy</a:t>
            </a:r>
            <a:r>
              <a:rPr lang="en-US" sz="5400" b="1" dirty="0">
                <a:solidFill>
                  <a:schemeClr val="tx1"/>
                </a:solidFill>
                <a:latin typeface="Times New Roman" pitchFamily="18" charset="0"/>
                <a:cs typeface="Times New Roman" pitchFamily="18" charset="0"/>
              </a:rPr>
              <a:t> ai </a:t>
            </a:r>
            <a:r>
              <a:rPr lang="en-US" sz="5400" b="1" dirty="0" err="1">
                <a:solidFill>
                  <a:schemeClr val="tx1"/>
                </a:solidFill>
                <a:latin typeface="Times New Roman" pitchFamily="18" charset="0"/>
                <a:cs typeface="Times New Roman" pitchFamily="18" charset="0"/>
              </a:rPr>
              <a:t>đến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nhờ</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không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giúp</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ơi</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biết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rằng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rất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bao</a:t>
            </a:r>
            <a:r>
              <a:rPr lang="en-US" sz="5400" b="1" dirty="0">
                <a:solidFill>
                  <a:schemeClr val="tx1"/>
                </a:solidFill>
                <a:latin typeface="Times New Roman" pitchFamily="18" charset="0"/>
                <a:cs typeface="Times New Roman" pitchFamily="18" charset="0"/>
              </a:rPr>
              <a:t> la </a:t>
            </a:r>
            <a:r>
              <a:rPr lang="en-US" sz="5400" b="1" dirty="0" err="1">
                <a:solidFill>
                  <a:schemeClr val="tx1"/>
                </a:solidFill>
                <a:latin typeface="Times New Roman" pitchFamily="18" charset="0"/>
                <a:cs typeface="Times New Roman" pitchFamily="18" charset="0"/>
              </a:rPr>
              <a:t>luôn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dõi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nhìn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từng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nhịp</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bước</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thơ</a:t>
            </a:r>
            <a:r>
              <a:rPr lang="en-US" sz="5400" b="1" dirty="0">
                <a:solidFill>
                  <a:schemeClr val="tx1"/>
                </a:solidFill>
                <a:latin typeface="Times New Roman" pitchFamily="18" charset="0"/>
                <a:cs typeface="Times New Roman" pitchFamily="18" charset="0"/>
              </a:rPr>
              <a:t>.</a:t>
            </a:r>
          </a:p>
        </p:txBody>
      </p:sp>
    </p:spTree>
    <p:extLst>
      <p:ext uri="{BB962C8B-B14F-4D97-AF65-F5344CB8AC3E}">
        <p14:creationId xmlns:p14="http://schemas.microsoft.com/office/powerpoint/2010/main" val="2812559485"/>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CHÚT TÌNH CON THƠ 238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14400"/>
            <a:ext cx="9144000" cy="5105400"/>
          </a:xfrm>
        </p:spPr>
        <p:txBody>
          <a:bodyPr>
            <a:noAutofit/>
          </a:bodyPr>
          <a:lstStyle/>
          <a:p>
            <a:pPr algn="just">
              <a:tabLst>
                <a:tab pos="2155825" algn="l"/>
              </a:tabLst>
            </a:pPr>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nguồn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cậy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trông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thất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vọng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niềm</a:t>
            </a:r>
            <a:r>
              <a:rPr lang="en-US" sz="5400" b="1" dirty="0">
                <a:solidFill>
                  <a:schemeClr val="tx1"/>
                </a:solidFill>
                <a:latin typeface="Times New Roman" pitchFamily="18" charset="0"/>
                <a:cs typeface="Times New Roman" pitchFamily="18" charset="0"/>
              </a:rPr>
              <a:t> tin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lữ</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thứ</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niềm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buồn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đau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nghỉ</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đơn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côi</a:t>
            </a:r>
            <a:r>
              <a:rPr lang="en-US" sz="5400" b="1" dirty="0">
                <a:solidFill>
                  <a:schemeClr val="tx1"/>
                </a:solidFill>
                <a:latin typeface="Times New Roman" pitchFamily="18" charset="0"/>
                <a:cs typeface="Times New Roman" pitchFamily="18" charset="0"/>
              </a:rPr>
              <a:t>.</a:t>
            </a:r>
          </a:p>
        </p:txBody>
      </p:sp>
    </p:spTree>
    <p:extLst>
      <p:ext uri="{BB962C8B-B14F-4D97-AF65-F5344CB8AC3E}">
        <p14:creationId xmlns:p14="http://schemas.microsoft.com/office/powerpoint/2010/main" val="1259149715"/>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6146</TotalTime>
  <Words>906</Words>
  <Application>Microsoft Office PowerPoint</Application>
  <PresentationFormat>On-screen Show (4:3)</PresentationFormat>
  <Paragraphs>47</Paragraphs>
  <Slides>23</Slides>
  <Notes>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Arial</vt:lpstr>
      <vt:lpstr>Calibri</vt:lpstr>
      <vt:lpstr>Calibri Light</vt:lpstr>
      <vt:lpstr>Times New Roman</vt: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Hiệp Lễ                                        HÃY CHIẾU SOI 253 </vt:lpstr>
      <vt:lpstr>Hiệp Lễ                                        HÃY CHIẾU SOI 253 </vt:lpstr>
      <vt:lpstr>Hiệp Lễ                                        HÃY CHIẾU SOI 253 </vt:lpstr>
      <vt:lpstr>PowerPoint Presentation</vt:lpstr>
      <vt:lpstr>PowerPoint Presentation</vt:lpstr>
      <vt:lpstr>Dâng Lễ                                      XIN CHA THƯƠNG (581)</vt:lpstr>
      <vt:lpstr>Dâng Lễ                                      XIN CHA THƯƠNG (581)</vt:lpstr>
      <vt:lpstr>Dâng Lễ                                      XIN CHA THƯƠNG (581)</vt:lpstr>
      <vt:lpstr>Dâng Lễ                                      XIN CHA THƯƠNG (581)</vt:lpstr>
      <vt:lpstr>Ca hiệp lễ</vt:lpstr>
      <vt:lpstr>Hiệp Lễ                     TÌNH YÊU THƯƠNG VỜI VỢI 145</vt:lpstr>
      <vt:lpstr>Hiệp Lễ                     TÌNH YÊU THƯƠNG VỜI VỢI 145</vt:lpstr>
      <vt:lpstr>Hiệp Lễ                     TÌNH YÊU THƯƠNG VỜI VỢI 145</vt:lpstr>
      <vt:lpstr>PowerPoint Presentation</vt:lpstr>
      <vt:lpstr>Kết Lễ                                     CHÚT TÌNH CON THƠ 238</vt:lpstr>
      <vt:lpstr>Kết Lễ                                     CHÚT TÌNH CON THƠ 238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Anh</cp:lastModifiedBy>
  <cp:revision>1553</cp:revision>
  <dcterms:created xsi:type="dcterms:W3CDTF">2018-09-17T12:52:44Z</dcterms:created>
  <dcterms:modified xsi:type="dcterms:W3CDTF">2021-05-10T16:18:27Z</dcterms:modified>
</cp:coreProperties>
</file>