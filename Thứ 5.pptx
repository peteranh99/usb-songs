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4810" r:id="rId2"/>
    <p:sldId id="4811" r:id="rId3"/>
    <p:sldId id="4812" r:id="rId4"/>
    <p:sldId id="4813" r:id="rId5"/>
    <p:sldId id="4814" r:id="rId6"/>
    <p:sldId id="4815" r:id="rId7"/>
    <p:sldId id="5163" r:id="rId8"/>
    <p:sldId id="2423" r:id="rId9"/>
    <p:sldId id="4632" r:id="rId10"/>
    <p:sldId id="5400" r:id="rId11"/>
    <p:sldId id="2426" r:id="rId12"/>
    <p:sldId id="5017" r:id="rId13"/>
    <p:sldId id="3631" r:id="rId14"/>
    <p:sldId id="3632" r:id="rId15"/>
    <p:sldId id="5401" r:id="rId16"/>
    <p:sldId id="4960" r:id="rId17"/>
    <p:sldId id="5402" r:id="rId18"/>
    <p:sldId id="5412" r:id="rId19"/>
    <p:sldId id="5403" r:id="rId20"/>
    <p:sldId id="5404" r:id="rId21"/>
    <p:sldId id="5405" r:id="rId22"/>
    <p:sldId id="5408" r:id="rId23"/>
    <p:sldId id="5406" r:id="rId24"/>
    <p:sldId id="5409" r:id="rId25"/>
    <p:sldId id="5407" r:id="rId26"/>
    <p:sldId id="5410" r:id="rId27"/>
    <p:sldId id="5411" r:id="rId28"/>
    <p:sldId id="4614" r:id="rId29"/>
    <p:sldId id="4615" r:id="rId30"/>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p:scale>
          <a:sx n="66" d="100"/>
          <a:sy n="66" d="100"/>
        </p:scale>
        <p:origin x="2194" y="499"/>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25/04/2021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8</a:t>
            </a:fld>
            <a:endParaRPr lang="en-US"/>
          </a:p>
        </p:txBody>
      </p:sp>
    </p:spTree>
    <p:extLst>
      <p:ext uri="{BB962C8B-B14F-4D97-AF65-F5344CB8AC3E}">
        <p14:creationId xmlns:p14="http://schemas.microsoft.com/office/powerpoint/2010/main" val="2922308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9</a:t>
            </a:fld>
            <a:endParaRPr lang="en-US"/>
          </a:p>
        </p:txBody>
      </p:sp>
    </p:spTree>
    <p:extLst>
      <p:ext uri="{BB962C8B-B14F-4D97-AF65-F5344CB8AC3E}">
        <p14:creationId xmlns:p14="http://schemas.microsoft.com/office/powerpoint/2010/main" val="827360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10</a:t>
            </a:fld>
            <a:endParaRPr lang="en-US"/>
          </a:p>
        </p:txBody>
      </p:sp>
    </p:spTree>
    <p:extLst>
      <p:ext uri="{BB962C8B-B14F-4D97-AF65-F5344CB8AC3E}">
        <p14:creationId xmlns:p14="http://schemas.microsoft.com/office/powerpoint/2010/main" val="2162313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25/04/2021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883198"/>
            <a:ext cx="9144000" cy="5138098"/>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Cửa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ngợp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cửa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CỬA CÔNG CHÍNH (18)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4457337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986784"/>
            <a:ext cx="9144000" cy="5138098"/>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tin Ng</a:t>
            </a:r>
            <a:r>
              <a:rPr lang="vi-VN" sz="5400" b="1" dirty="0">
                <a:latin typeface="Times New Roman" panose="02020603050405020304" pitchFamily="18" charset="0"/>
                <a:cs typeface="Times New Roman" panose="02020603050405020304" pitchFamily="18" charset="0"/>
              </a:rPr>
              <a:t>ười, và bền lòng tôi kêu xin Người sẽ nghe lời.</a:t>
            </a:r>
            <a:endParaRPr lang="en-US" sz="5400" b="1" dirty="0">
              <a:latin typeface="Times New Roman" panose="02020603050405020304" pitchFamily="18" charset="0"/>
              <a:cs typeface="Times New Roman" panose="02020603050405020304"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CỬA CÔNG CHÍNH (18)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6958791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883198"/>
            <a:ext cx="9144000" cy="5138098"/>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Cửa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ngợp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cửa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CỬA CÔNG CHÍNH (18)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4984613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5934075"/>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nuôi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nuôi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nẻo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núi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say </a:t>
            </a:r>
            <a:r>
              <a:rPr lang="en-US" sz="5400" b="1" dirty="0" err="1">
                <a:latin typeface="Times New Roman" panose="02020603050405020304" pitchFamily="18" charset="0"/>
                <a:cs typeface="Times New Roman" panose="02020603050405020304" pitchFamily="18" charset="0"/>
              </a:rPr>
              <a:t>sưa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miền</a:t>
            </a:r>
            <a:r>
              <a:rPr lang="en-US" sz="5400" b="1" dirty="0">
                <a:latin typeface="Times New Roman" panose="02020603050405020304" pitchFamily="18" charset="0"/>
                <a:cs typeface="Times New Roman" panose="02020603050405020304" pitchFamily="18" charset="0"/>
              </a:rPr>
              <a:t> Nam,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rừng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mịt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mù</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kẻ</a:t>
            </a:r>
            <a:r>
              <a:rPr lang="en-US" sz="5400" b="1" dirty="0">
                <a:latin typeface="Times New Roman" panose="02020603050405020304" pitchFamily="18" charset="0"/>
                <a:cs typeface="Times New Roman" panose="02020603050405020304" pitchFamily="18" charset="0"/>
              </a:rPr>
              <a:t> Cha Ta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lãnh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chuẩn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bị</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trụ</a:t>
            </a:r>
            <a:r>
              <a:rPr lang="en-US" sz="5400" b="1" dirty="0">
                <a:latin typeface="Times New Roman" panose="02020603050405020304" pitchFamily="18" charset="0"/>
                <a:cs typeface="Times New Roman" panose="02020603050405020304" pitchFamily="18" charset="0"/>
              </a:rPr>
              <a:t>”.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CHÂN THÀNH (31)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81125"/>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trầm</a:t>
            </a:r>
            <a:r>
              <a:rPr lang="en-US" sz="5400" b="1" dirty="0">
                <a:latin typeface="Times New Roman" pitchFamily="18" charset="0"/>
                <a:cs typeface="Times New Roman" pitchFamily="18" charset="0"/>
              </a:rPr>
              <a:t> bay </a:t>
            </a:r>
            <a:r>
              <a:rPr lang="en-US" sz="5400" b="1" dirty="0" err="1">
                <a:latin typeface="Times New Roman" pitchFamily="18" charset="0"/>
                <a:cs typeface="Times New Roman" pitchFamily="18" charset="0"/>
              </a:rPr>
              <a:t>tới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Cha </a:t>
            </a:r>
            <a:r>
              <a:rPr lang="en-US" sz="5400" b="1" dirty="0" err="1">
                <a:latin typeface="Times New Roman" pitchFamily="18" charset="0"/>
                <a:cs typeface="Times New Roman" pitchFamily="18" charset="0"/>
              </a:rPr>
              <a:t>nhân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từ</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thờ</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1658116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CHÂN THÀNH (31)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57350"/>
            <a:ext cx="9144000" cy="6391564"/>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Tưởng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nhớ</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chịu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khổ</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cuộc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phục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sáng</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2839397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CHÂN THÀNH (31)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81125"/>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trầm</a:t>
            </a:r>
            <a:r>
              <a:rPr lang="en-US" sz="5400" b="1" dirty="0">
                <a:latin typeface="Times New Roman" pitchFamily="18" charset="0"/>
                <a:cs typeface="Times New Roman" pitchFamily="18" charset="0"/>
              </a:rPr>
              <a:t> bay </a:t>
            </a:r>
            <a:r>
              <a:rPr lang="en-US" sz="5400" b="1" dirty="0" err="1">
                <a:latin typeface="Times New Roman" pitchFamily="18" charset="0"/>
                <a:cs typeface="Times New Roman" pitchFamily="18" charset="0"/>
              </a:rPr>
              <a:t>tới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Cha </a:t>
            </a:r>
            <a:r>
              <a:rPr lang="en-US" sz="5400" b="1" dirty="0" err="1">
                <a:latin typeface="Times New Roman" pitchFamily="18" charset="0"/>
                <a:cs typeface="Times New Roman" pitchFamily="18" charset="0"/>
              </a:rPr>
              <a:t>nhân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từ</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thờ</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302446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CHÂN THÀNH (31)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58509"/>
            <a:ext cx="9144000" cy="5810513"/>
          </a:xfrm>
        </p:spPr>
        <p:txBody>
          <a:bodyPr>
            <a:noAutofit/>
          </a:bodyPr>
          <a:lstStyle/>
          <a:p>
            <a:pPr algn="just"/>
            <a:r>
              <a:rPr lang="vi-VN" sz="5400" b="1" dirty="0">
                <a:latin typeface="+mj-lt"/>
              </a:rPr>
              <a:t>4. Nguyện Chúa thương đoái những người đã ly trần, dìu về trời quang vinh tụng ca tình yêu Chúa.</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1527051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CHÂN THÀNH (31)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81125"/>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trầm</a:t>
            </a:r>
            <a:r>
              <a:rPr lang="en-US" sz="5400" b="1" dirty="0">
                <a:latin typeface="Times New Roman" pitchFamily="18" charset="0"/>
                <a:cs typeface="Times New Roman" pitchFamily="18" charset="0"/>
              </a:rPr>
              <a:t> bay </a:t>
            </a:r>
            <a:r>
              <a:rPr lang="en-US" sz="5400" b="1" dirty="0" err="1">
                <a:latin typeface="Times New Roman" pitchFamily="18" charset="0"/>
                <a:cs typeface="Times New Roman" pitchFamily="18" charset="0"/>
              </a:rPr>
              <a:t>tới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Cha </a:t>
            </a:r>
            <a:r>
              <a:rPr lang="en-US" sz="5400" b="1" dirty="0" err="1">
                <a:latin typeface="Times New Roman" pitchFamily="18" charset="0"/>
                <a:cs typeface="Times New Roman" pitchFamily="18" charset="0"/>
              </a:rPr>
              <a:t>nhân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từ</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thờ</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9827597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2148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r>
              <a:rPr lang="vi-VN" sz="5400" b="1" dirty="0">
                <a:latin typeface="+mj-lt"/>
              </a:rPr>
              <a:t>1. Khi tôi nằm xuôi tay xuống, nói chi khi biệt ly, nói chi cho người đừng khóc, đừng gọi tên kẻ đã qua đời. Thân tôi như lá về cội, sông về nguồn, ai hỡi đừng buồn, vì tôi đi không phải chia ly, tôi chết mà không lụi tàn.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61301303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br>
              <a:rPr lang="vi-VN" sz="5400" b="1" dirty="0">
                <a:latin typeface="+mj-lt"/>
              </a:rPr>
            </a:br>
            <a:r>
              <a:rPr lang="vi-VN" sz="5400" b="1" dirty="0">
                <a:latin typeface="+mj-lt"/>
              </a:rPr>
              <a:t>ĐK. Tôi ra đi là tôi trở về sự sống không mất nhưng chỉ đổi thay. Kiếp sống này chỉ bấy nhiêu ngày, hẹn với người rồi sẽ sum vầy</a:t>
            </a:r>
            <a:endParaRPr lang="en-US" sz="5400" b="1" dirty="0">
              <a:latin typeface="+mj-lt"/>
            </a:endParaRPr>
          </a:p>
        </p:txBody>
      </p:sp>
    </p:spTree>
    <p:extLst>
      <p:ext uri="{BB962C8B-B14F-4D97-AF65-F5344CB8AC3E}">
        <p14:creationId xmlns:p14="http://schemas.microsoft.com/office/powerpoint/2010/main" val="132559542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r>
              <a:rPr lang="vi-VN" sz="5400" b="1" dirty="0">
                <a:latin typeface="+mj-lt"/>
              </a:rPr>
              <a:t>2. Hôm qua còn tôi đang sống, góp vui chung khổ đau, có nhau bao ngày yêu dấu, mà ngờ đâu giờ xa cách rồi. Hôm nay đưa tôi về trời, xin mọi người nghĩ đến dòng đời, đời mau vui cũng đời mau qua, hãy sống đẹp sao một đời.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91597228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br>
              <a:rPr lang="vi-VN" sz="5400" b="1" dirty="0">
                <a:latin typeface="+mj-lt"/>
              </a:rPr>
            </a:br>
            <a:r>
              <a:rPr lang="vi-VN" sz="5400" b="1" dirty="0">
                <a:latin typeface="+mj-lt"/>
              </a:rPr>
              <a:t>ĐK. Tôi ra đi là tôi trở về sự sống không mất nhưng chỉ đổi thay. Kiếp sống này chỉ bấy nhiêu ngày, hẹn với người rồi sẽ sum vầy</a:t>
            </a:r>
            <a:endParaRPr lang="en-US" sz="5400" b="1" dirty="0">
              <a:latin typeface="+mj-lt"/>
            </a:endParaRPr>
          </a:p>
        </p:txBody>
      </p:sp>
    </p:spTree>
    <p:extLst>
      <p:ext uri="{BB962C8B-B14F-4D97-AF65-F5344CB8AC3E}">
        <p14:creationId xmlns:p14="http://schemas.microsoft.com/office/powerpoint/2010/main" val="251033581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r>
              <a:rPr lang="vi-VN" sz="5400" b="1" dirty="0">
                <a:latin typeface="+mj-lt"/>
              </a:rPr>
              <a:t>3. Trăm năm dòng sông trôi mãi, có ai không tàn phai, có ai như thuyền không bến? Đời dần qua người sẽ qua đời. Ra đi như đi tình cờ, ôi ngày giờ ai biết mà ngờ. Hãy lo toan sẵn sàng trong đêm, Chúa đến là vui về trời.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72134060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br>
              <a:rPr lang="vi-VN" sz="5400" b="1" dirty="0">
                <a:latin typeface="+mj-lt"/>
              </a:rPr>
            </a:br>
            <a:r>
              <a:rPr lang="vi-VN" sz="5400" b="1" dirty="0">
                <a:latin typeface="+mj-lt"/>
              </a:rPr>
              <a:t>ĐK. Tôi ra đi là tôi trở về sự sống không mất nhưng chỉ đổi thay. Kiếp sống này chỉ bấy nhiêu ngày, hẹn với người rồi sẽ sum vầy</a:t>
            </a:r>
            <a:endParaRPr lang="en-US" sz="5400" b="1" dirty="0">
              <a:latin typeface="+mj-lt"/>
            </a:endParaRPr>
          </a:p>
        </p:txBody>
      </p:sp>
    </p:spTree>
    <p:extLst>
      <p:ext uri="{BB962C8B-B14F-4D97-AF65-F5344CB8AC3E}">
        <p14:creationId xmlns:p14="http://schemas.microsoft.com/office/powerpoint/2010/main" val="416339519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r>
              <a:rPr lang="vi-VN" sz="5400" b="1" dirty="0">
                <a:latin typeface="+mj-lt"/>
              </a:rPr>
              <a:t>4. Tôi tin tình yêu Thiên Chúa đón tôi trong vòng tay, phút giây tôi vừa nằm xuống, mặt trời lên ở phía chân trời. Tôi tin yêu thương tuyệt vời, Cha hiền từ không chấp tội đời, lòng tôi vui tiếng cười lên môi, tôi hát tụng ca đời đời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8004828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BIỆT KHÚC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98219"/>
            <a:ext cx="9144000" cy="6391564"/>
          </a:xfrm>
        </p:spPr>
        <p:txBody>
          <a:bodyPr>
            <a:noAutofit/>
          </a:bodyPr>
          <a:lstStyle/>
          <a:p>
            <a:pPr algn="just"/>
            <a:br>
              <a:rPr lang="vi-VN" sz="5400" b="1" dirty="0">
                <a:latin typeface="+mj-lt"/>
              </a:rPr>
            </a:br>
            <a:r>
              <a:rPr lang="vi-VN" sz="5400" b="1" dirty="0">
                <a:latin typeface="+mj-lt"/>
              </a:rPr>
              <a:t>ĐK. Tôi ra đi là tôi trở về sự sống không mất nhưng chỉ đổi thay. Kiếp sống này chỉ bấy nhiêu ngày, hẹn với người rồi sẽ sum vầy</a:t>
            </a:r>
            <a:endParaRPr lang="en-US" sz="5400" b="1" dirty="0">
              <a:latin typeface="+mj-lt"/>
            </a:endParaRPr>
          </a:p>
        </p:txBody>
      </p:sp>
    </p:spTree>
    <p:extLst>
      <p:ext uri="{BB962C8B-B14F-4D97-AF65-F5344CB8AC3E}">
        <p14:creationId xmlns:p14="http://schemas.microsoft.com/office/powerpoint/2010/main" val="368887736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6CC5-90E1-43F7-8BA2-BD59F2442F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A2DF96-A1B9-4F6F-9F51-3998DF4A78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77361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GIÃ TỪ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00806"/>
            <a:ext cx="9144000" cy="6391564"/>
          </a:xfrm>
        </p:spPr>
        <p:txBody>
          <a:bodyPr>
            <a:noAutofit/>
          </a:bodyPr>
          <a:lstStyle/>
          <a:p>
            <a:pPr algn="just"/>
            <a:r>
              <a:rPr lang="vi-VN" sz="5400" b="1" dirty="0">
                <a:latin typeface="+mj-lt"/>
              </a:rPr>
              <a:t>1. Xin cúi chào tất cả tôi ra đi. Tôi ra đi, đi về nhà Cha dấu yêu. Một lần cuối xin giã từ, một lần cuối xin vĩnh biệt, vĩnh biệt muôn người tôi dấu yêu.</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75737145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GIÃ TỪ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00806"/>
            <a:ext cx="9144000" cy="6391564"/>
          </a:xfrm>
        </p:spPr>
        <p:txBody>
          <a:bodyPr>
            <a:noAutofit/>
          </a:bodyPr>
          <a:lstStyle/>
          <a:p>
            <a:pPr algn="just"/>
            <a:r>
              <a:rPr lang="vi-VN" sz="5400" b="1" dirty="0">
                <a:latin typeface="+mj-lt"/>
              </a:rPr>
              <a:t>ĐK. Xin đừng tiếc nuối làm chi, xin đừng khóc lóc sầu bi, vì nay tôi hết cuộc sống dương gian, tôi hết ngày tháng lo toan, để vào một đời sống mới.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19216470"/>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6014</TotalTime>
  <Words>1249</Words>
  <Application>Microsoft Office PowerPoint</Application>
  <PresentationFormat>On-screen Show (4:3)</PresentationFormat>
  <Paragraphs>55</Paragraphs>
  <Slides>29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CỬA CÔNG CHÍNH (18)</vt:lpstr>
      <vt:lpstr>Nhập Lễ                               CỬA CÔNG CHÍNH (18)</vt:lpstr>
      <vt:lpstr>Nhập Lễ                               CỬA CÔNG CHÍNH (18)</vt:lpstr>
      <vt:lpstr>PowerPoint Presentation</vt:lpstr>
      <vt:lpstr>PowerPoint Presentation</vt:lpstr>
      <vt:lpstr>Dâng Lễ                                      LỜI CHÂN THÀNH (31)</vt:lpstr>
      <vt:lpstr>Dâng Lễ                                      LỜI CHÂN THÀNH (31)</vt:lpstr>
      <vt:lpstr>Dâng Lễ                                      LỜI CHÂN THÀNH (31)</vt:lpstr>
      <vt:lpstr>Dâng Lễ                                      LỜI CHÂN THÀNH (31)</vt:lpstr>
      <vt:lpstr>Dâng Lễ                                      LỜI CHÂN THÀNH (31)</vt:lpstr>
      <vt:lpstr>PowerPoint Presentation</vt:lpstr>
      <vt:lpstr>Hiệp Lễ                                          BIỆT KHÚC (PXC)</vt:lpstr>
      <vt:lpstr>Hiệp Lễ                                          BIỆT KHÚC (PXC)</vt:lpstr>
      <vt:lpstr>Hiệp Lễ                                          BIỆT KHÚC (PXC)</vt:lpstr>
      <vt:lpstr>Hiệp Lễ                                          BIỆT KHÚC (PXC)</vt:lpstr>
      <vt:lpstr>Hiệp Lễ                                          BIỆT KHÚC (PXC)</vt:lpstr>
      <vt:lpstr>Hiệp Lễ                                          BIỆT KHÚC (PXC)</vt:lpstr>
      <vt:lpstr>Hiệp Lễ                                          BIỆT KHÚC (PXC)</vt:lpstr>
      <vt:lpstr>Hiệp Lễ                                          BIỆT KHÚC (PXC)</vt:lpstr>
      <vt:lpstr>PowerPoint Presentation</vt:lpstr>
      <vt:lpstr>Kết Lễ                                                  GIÃ TỪ (HH)</vt:lpstr>
      <vt:lpstr>Kết Lễ                                                  GIÃ TỪ (HH)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1526</cp:revision>
  <dcterms:created xsi:type="dcterms:W3CDTF">2018-09-17T12:52:44Z</dcterms:created>
  <dcterms:modified xsi:type="dcterms:W3CDTF">2021-04-25T14:53:26Z</dcterms:modified>
</cp:coreProperties>
</file>