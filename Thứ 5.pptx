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4112" r:id="rId2"/>
    <p:sldId id="4113" r:id="rId3"/>
    <p:sldId id="4114" r:id="rId4"/>
    <p:sldId id="4115" r:id="rId5"/>
    <p:sldId id="4116" r:id="rId6"/>
    <p:sldId id="4117" r:id="rId7"/>
    <p:sldId id="4372" r:id="rId8"/>
    <p:sldId id="4190" r:id="rId9"/>
    <p:sldId id="4814" r:id="rId10"/>
    <p:sldId id="4821" r:id="rId11"/>
    <p:sldId id="4815" r:id="rId12"/>
    <p:sldId id="4822" r:id="rId13"/>
    <p:sldId id="1522" r:id="rId14"/>
    <p:sldId id="3729" r:id="rId15"/>
    <p:sldId id="3736" r:id="rId16"/>
    <p:sldId id="3737" r:id="rId17"/>
    <p:sldId id="4816" r:id="rId18"/>
    <p:sldId id="4817" r:id="rId19"/>
    <p:sldId id="4106" r:id="rId20"/>
    <p:sldId id="4173" r:id="rId21"/>
    <p:sldId id="4174" r:id="rId22"/>
    <p:sldId id="4175" r:id="rId23"/>
    <p:sldId id="4176" r:id="rId24"/>
    <p:sldId id="4818" r:id="rId25"/>
    <p:sldId id="4819" r:id="rId26"/>
    <p:sldId id="2610" r:id="rId27"/>
    <p:sldId id="2611" r:id="rId28"/>
    <p:sldId id="4820" r:id="rId29"/>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p:scale>
          <a:sx n="50" d="100"/>
          <a:sy n="50" d="100"/>
        </p:scale>
        <p:origin x="-1170" y="-48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17/12/2020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17/12/2020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9331"/>
            <a:ext cx="9144000" cy="4219339"/>
          </a:xfrm>
        </p:spPr>
        <p:txBody>
          <a:bodyPr>
            <a:noAutofit/>
          </a:bodyPr>
          <a:lstStyle/>
          <a:p>
            <a:pPr algn="just"/>
            <a:r>
              <a:rPr lang="vi-VN" sz="5400" b="1" dirty="0">
                <a:latin typeface="+mj-lt"/>
              </a:rPr>
              <a:t>ĐK: Trời cao hãy đổ sương xuống. và ngàn mây hãy mưa Đấng Chuộc Tội. Trời cao hãy đổ sương xuống và ngàn mây hãy mưa Đấng Cứu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91970886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08364"/>
            <a:ext cx="9144000" cy="4641273"/>
          </a:xfrm>
        </p:spPr>
        <p:txBody>
          <a:bodyPr>
            <a:noAutofit/>
          </a:bodyPr>
          <a:lstStyle/>
          <a:p>
            <a:pPr algn="just"/>
            <a:r>
              <a:rPr lang="vi-VN" sz="5400" b="1" dirty="0">
                <a:latin typeface="+mj-lt"/>
              </a:rPr>
              <a:t>1. Trong đêm u tối chúng con mong ngày mau tới. Như nai đang khát ước mong mau tìm thấy suối. Chúa ơi dừng cơn giận Chúa lại thôi. Chúa ơi đoàn con đã hối tội rồi.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82845015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9331"/>
            <a:ext cx="9144000" cy="4219339"/>
          </a:xfrm>
        </p:spPr>
        <p:txBody>
          <a:bodyPr>
            <a:noAutofit/>
          </a:bodyPr>
          <a:lstStyle/>
          <a:p>
            <a:pPr algn="just"/>
            <a:r>
              <a:rPr lang="vi-VN" sz="5400" b="1" dirty="0">
                <a:latin typeface="+mj-lt"/>
              </a:rPr>
              <a:t>ĐK: Trời cao hãy đổ sương xuống. và ngàn mây hãy mưa Đấng Chuộc Tội. Trời cao hãy đổ sương xuống và ngàn mây hãy mưa Đấng Cứu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100935832"/>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08364"/>
            <a:ext cx="9144000" cy="4641273"/>
          </a:xfrm>
        </p:spPr>
        <p:txBody>
          <a:bodyPr>
            <a:noAutofit/>
          </a:bodyPr>
          <a:lstStyle/>
          <a:p>
            <a:pPr algn="just"/>
            <a:r>
              <a:rPr lang="vi-VN" sz="5400" b="1" dirty="0">
                <a:latin typeface="+mj-lt"/>
              </a:rPr>
              <a:t>2. Thương xem dân Chúa đớn đau mây sầu che lối. Luôn mong chiên Thánh đến đây cải tạo thế giới. Cứu dân đập tan xiềng xích tội nhơ. Chúa ơi lòng nhân từ Chúa không bờ.</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476988130"/>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(DT)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9331"/>
            <a:ext cx="9144000" cy="4219339"/>
          </a:xfrm>
        </p:spPr>
        <p:txBody>
          <a:bodyPr>
            <a:noAutofit/>
          </a:bodyPr>
          <a:lstStyle/>
          <a:p>
            <a:pPr algn="just"/>
            <a:r>
              <a:rPr lang="vi-VN" sz="5400" b="1" dirty="0">
                <a:latin typeface="+mj-lt"/>
              </a:rPr>
              <a:t>ĐK: Trời cao hãy đổ sương xuống. và ngàn mây hãy mưa Đấng Chuộc Tội. Trời cao hãy đổ sương xuống và ngàn mây hãy mưa Đấng Cứu Đời.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078496526"/>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5797"/>
            <a:ext cx="9144000" cy="5200736"/>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anose="02020603050405020304" pitchFamily="18" charset="0"/>
                <a:cs typeface="Times New Roman" panose="02020603050405020304" pitchFamily="18" charset="0"/>
              </a:rPr>
              <a:t>Sự công chính và nền hòa bình viên mãn sẽ triển nở trong triều đại người tới muôn đời.</a:t>
            </a:r>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181849"/>
            <a:ext cx="9144000" cy="6091148"/>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Cao,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dỗ</a:t>
            </a:r>
            <a:r>
              <a:rPr lang="en-US" sz="5400" b="1" dirty="0">
                <a:latin typeface="Times New Roman" panose="02020603050405020304" pitchFamily="18" charset="0"/>
                <a:cs typeface="Times New Roman" panose="02020603050405020304" pitchFamily="18" charset="0"/>
              </a:rPr>
              <a:t> </a:t>
            </a:r>
            <a:r>
              <a:rPr lang="en-US" sz="5400" b="1" err="1">
                <a:latin typeface="Times New Roman" panose="02020603050405020304" pitchFamily="18" charset="0"/>
                <a:cs typeface="Times New Roman" panose="02020603050405020304" pitchFamily="18" charset="0"/>
              </a:rPr>
              <a:t>chúng</a:t>
            </a:r>
            <a:r>
              <a:rPr lang="en-US" sz="5400" b="1">
                <a:latin typeface="Times New Roman" panose="02020603050405020304" pitchFamily="18" charset="0"/>
                <a:cs typeface="Times New Roman" panose="02020603050405020304" pitchFamily="18" charset="0"/>
              </a:rPr>
              <a:t> </a:t>
            </a:r>
            <a:r>
              <a:rPr lang="en-US" sz="5400" b="1" smtClean="0">
                <a:latin typeface="Times New Roman" panose="02020603050405020304" pitchFamily="18" charset="0"/>
                <a:cs typeface="Times New Roman" panose="02020603050405020304" pitchFamily="18" charset="0"/>
              </a:rPr>
              <a:t>con con </a:t>
            </a:r>
            <a:r>
              <a:rPr lang="en-US" sz="5400" b="1" dirty="0">
                <a:latin typeface="Times New Roman" panose="02020603050405020304" pitchFamily="18" charset="0"/>
                <a:cs typeface="Times New Roman" panose="02020603050405020304" pitchFamily="18" charset="0"/>
              </a:rPr>
              <a:t>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ngoan</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Hiệp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rượu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tấm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nhọc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trọn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62247666"/>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8709" y="83820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hòa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đáp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endParaRPr lang="en-US"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15682679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err="1">
                <a:solidFill>
                  <a:schemeClr val="tx1"/>
                </a:solidFill>
                <a:latin typeface="Times New Roman" panose="02020603050405020304" pitchFamily="18" charset="0"/>
                <a:cs typeface="Times New Roman" panose="02020603050405020304" pitchFamily="18" charset="0"/>
              </a:rPr>
              <a:t>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dủ</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m</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a:solidFill>
                  <a:schemeClr val="tx1"/>
                </a:solidFill>
                <a:latin typeface="Times New Roman" panose="02020603050405020304" pitchFamily="18" charset="0"/>
                <a:cs typeface="Times New Roman" panose="02020603050405020304" pitchFamily="18" charset="0"/>
              </a:rPr>
              <a:t>a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r</a:t>
            </a:r>
            <a:r>
              <a:rPr lang="vi-VN" sz="5400" b="1" dirty="0">
                <a:latin typeface="Times New Roman" panose="02020603050405020304" pitchFamily="18" charset="0"/>
                <a:cs typeface="Times New Roman" panose="02020603050405020304" pitchFamily="18" charset="0"/>
              </a:rPr>
              <a:t>ượu nồng.</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749009033"/>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8709" y="83820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hòa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đáp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endParaRPr lang="en-US"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155825396"/>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7552"/>
            <a:ext cx="9144000" cy="5105400"/>
          </a:xfrm>
        </p:spPr>
        <p:txBody>
          <a:bodyPr>
            <a:noAutofit/>
          </a:bodyPr>
          <a:lstStyle/>
          <a:p>
            <a:pPr algn="just"/>
            <a:r>
              <a:rPr lang="vi-VN" sz="5400" b="1" dirty="0">
                <a:latin typeface="Times New Roman" panose="02020603050405020304" pitchFamily="18" charset="0"/>
                <a:cs typeface="Times New Roman" panose="02020603050405020304" pitchFamily="18" charset="0"/>
              </a:rPr>
              <a:t>Đây Đấng muôn dân trông đợi sẽ đến, và nhà Chúa sẽ tràn ngập vinh quang.</a:t>
            </a:r>
          </a:p>
        </p:txBody>
      </p:sp>
    </p:spTree>
    <p:extLst>
      <p:ext uri="{BB962C8B-B14F-4D97-AF65-F5344CB8AC3E}">
        <p14:creationId xmlns:p14="http://schemas.microsoft.com/office/powerpoint/2010/main" val="345480258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xuống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giâ</a:t>
            </a:r>
            <a:r>
              <a:rPr lang="en-US" sz="5400" b="1" dirty="0" err="1">
                <a:latin typeface="Times New Roman" pitchFamily="18" charset="0"/>
                <a:cs typeface="Times New Roman" pitchFamily="18" charset="0"/>
              </a:rPr>
              <a:t>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khấn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5505425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Đấng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ngóng</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89787528"/>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425"/>
            <a:ext cx="9144000" cy="5105400"/>
          </a:xfrm>
        </p:spPr>
        <p:txBody>
          <a:bodyPr>
            <a:noAutofit/>
          </a:bodyPr>
          <a:lstStyle/>
          <a:p>
            <a:pPr algn="just"/>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hoãn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mỏi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hoen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lệ</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phai</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096504723"/>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2. Đ</a:t>
            </a:r>
            <a:r>
              <a:rPr lang="vi-VN" sz="5400" b="1" dirty="0">
                <a:solidFill>
                  <a:schemeClr val="tx1"/>
                </a:solidFill>
                <a:latin typeface="Times New Roman" pitchFamily="18" charset="0"/>
                <a:cs typeface="Times New Roman" pitchFamily="18" charset="0"/>
              </a:rPr>
              <a:t>ư</a:t>
            </a:r>
            <a:r>
              <a:rPr lang="en-US" sz="5400" b="1" dirty="0" err="1">
                <a:latin typeface="Times New Roman" pitchFamily="18" charset="0"/>
                <a:cs typeface="Times New Roman" pitchFamily="18" charset="0"/>
              </a:rPr>
              <a:t>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đêm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Cha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135141167"/>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Đấng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ngóng</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805643947"/>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MÂY ƠI MƯA XUỐNG (324)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425"/>
            <a:ext cx="9144000" cy="5105400"/>
          </a:xfrm>
        </p:spPr>
        <p:txBody>
          <a:bodyPr>
            <a:noAutofit/>
          </a:bodyPr>
          <a:lstStyle/>
          <a:p>
            <a:pPr algn="just"/>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hoãn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mỏi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mắt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hoen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lệ</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phai</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037155361"/>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MƯA ƠI (323)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737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72336331"/>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MƯA ƠI (323)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737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54107966"/>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MƯA ƠI (323)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737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93444197"/>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3828</TotalTime>
  <Words>1143</Words>
  <Application>Microsoft Office PowerPoint</Application>
  <PresentationFormat>On-screen Show (4:3)</PresentationFormat>
  <Paragraphs>54</Paragraphs>
  <Slides>28</Slides>
  <Notes>0</Notes>
  <HiddenSlides>0</HiddenSlides>
  <MMClips>0</MMClips>
  <ScaleCrop>false</ScaleCrop>
  <HeadingPairs>
    <vt:vector size="4" baseType="variant">
      <vt:variant>
        <vt:lpstr>Theme</vt:lpstr>
      </vt:variant>
      <vt:variant>
        <vt:i4>1</vt:i4>
      </vt:variant>
      <vt:variant>
        <vt:lpstr>Slide Titles</vt:lpstr>
      </vt:variant>
      <vt:variant>
        <vt:i4>28</vt:i4>
      </vt:variant>
    </vt:vector>
  </HeadingPairs>
  <TitlesOfParts>
    <vt:vector size="29" baseType="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TRỜI CAO (DT)</vt:lpstr>
      <vt:lpstr>Nhập Lễ                                             TRỜI CAO (DT)</vt:lpstr>
      <vt:lpstr>Nhập Lễ                                             TRỜI CAO (DT)</vt:lpstr>
      <vt:lpstr>Nhập Lễ                                             TRỜI CAO (DT)</vt:lpstr>
      <vt:lpstr>Nhập Lễ                                             TRỜI CAO (DT)</vt:lpstr>
      <vt:lpstr>PowerPoint Presentation</vt:lpstr>
      <vt:lpstr>PowerPoint Presentation</vt:lpstr>
      <vt:lpstr>Dâng Lễ                                            DÂNG CHÚA 68</vt:lpstr>
      <vt:lpstr>Dâng Lễ                                            DÂNG CHÚA 68</vt:lpstr>
      <vt:lpstr>Dâng Lễ                                            DÂNG CHÚA 68</vt:lpstr>
      <vt:lpstr>Dâng Lễ                                            DÂNG CHÚA 68</vt:lpstr>
      <vt:lpstr>CA HIỆP LỄ</vt:lpstr>
      <vt:lpstr>Hiệp lễ                                           MÂY ƠI MƯA XUỐNG (324)</vt:lpstr>
      <vt:lpstr>Hiệp lễ                                           MÂY ƠI MƯA XUỐNG (324)</vt:lpstr>
      <vt:lpstr>Hiệp lễ                                           MÂY ƠI MƯA XUỐNG (324)</vt:lpstr>
      <vt:lpstr>Hiệp lễ                                           MÂY ƠI MƯA XUỐNG (324)</vt:lpstr>
      <vt:lpstr>Hiệp lễ                                           MÂY ƠI MƯA XUỐNG (324)</vt:lpstr>
      <vt:lpstr>Hiệp lễ                                           MÂY ƠI MƯA XUỐNG (324)</vt:lpstr>
      <vt:lpstr>Kết Lễ                                                 MƯA ƠI (323)</vt:lpstr>
      <vt:lpstr>Kết Lễ                                                 MƯA ƠI (323)</vt:lpstr>
      <vt:lpstr>Kết Lễ                                                 MƯA ƠI (323)</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Admin</cp:lastModifiedBy>
  <cp:revision>1292</cp:revision>
  <dcterms:created xsi:type="dcterms:W3CDTF">2018-09-17T12:52:44Z</dcterms:created>
  <dcterms:modified xsi:type="dcterms:W3CDTF">2020-12-16T21:51:21Z</dcterms:modified>
</cp:coreProperties>
</file>