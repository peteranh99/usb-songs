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32"/>
  </p:notesMasterIdLst>
  <p:sldIdLst>
    <p:sldId id="4810" r:id="rId2"/>
    <p:sldId id="4811" r:id="rId3"/>
    <p:sldId id="4812" r:id="rId4"/>
    <p:sldId id="4813" r:id="rId5"/>
    <p:sldId id="4814" r:id="rId6"/>
    <p:sldId id="4815" r:id="rId7"/>
    <p:sldId id="5163" r:id="rId8"/>
    <p:sldId id="1003" r:id="rId9"/>
    <p:sldId id="1004" r:id="rId10"/>
    <p:sldId id="5511" r:id="rId11"/>
    <p:sldId id="2426" r:id="rId12"/>
    <p:sldId id="5517" r:id="rId13"/>
    <p:sldId id="2343" r:id="rId14"/>
    <p:sldId id="2344" r:id="rId15"/>
    <p:sldId id="2345" r:id="rId16"/>
    <p:sldId id="5512" r:id="rId17"/>
    <p:sldId id="5412" r:id="rId18"/>
    <p:sldId id="3244" r:id="rId19"/>
    <p:sldId id="3245" r:id="rId20"/>
    <p:sldId id="3246" r:id="rId21"/>
    <p:sldId id="3247" r:id="rId22"/>
    <p:sldId id="3248" r:id="rId23"/>
    <p:sldId id="5513" r:id="rId24"/>
    <p:sldId id="3250" r:id="rId25"/>
    <p:sldId id="3251" r:id="rId26"/>
    <p:sldId id="5514" r:id="rId27"/>
    <p:sldId id="5515" r:id="rId28"/>
    <p:sldId id="4476" r:id="rId29"/>
    <p:sldId id="4477" r:id="rId30"/>
    <p:sldId id="5516" r:id="rId31"/>
  </p:sldIdLst>
  <p:sldSz cx="9144000" cy="6858000" type="screen4x3"/>
  <p:notesSz cx="6858000" cy="9144000"/>
  <p:defaultTextStyle>
    <a:defPPr>
      <a:defRPr lang="vi-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9927" autoAdjust="0"/>
    <p:restoredTop sz="86404" autoAdjust="0"/>
  </p:normalViewPr>
  <p:slideViewPr>
    <p:cSldViewPr snapToGrid="0">
      <p:cViewPr varScale="1">
        <p:scale>
          <a:sx n="86" d="100"/>
          <a:sy n="86" d="100"/>
        </p:scale>
        <p:origin x="1618" y="67"/>
      </p:cViewPr>
      <p:guideLst>
        <p:guide orient="horz" pos="2160"/>
        <p:guide pos="2880"/>
      </p:guideLst>
    </p:cSldViewPr>
  </p:slideViewPr>
  <p:outlineViewPr>
    <p:cViewPr>
      <p:scale>
        <a:sx n="33" d="100"/>
        <a:sy n="33" d="100"/>
      </p:scale>
      <p:origin x="48" y="26994"/>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vi-V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C25985F-86E8-4AA6-9352-571FAE95264D}" type="datetimeFigureOut">
              <a:rPr lang="vi-VN" smtClean="0"/>
              <a:pPr/>
              <a:t>19/05/2021</a:t>
            </a:fld>
            <a:endParaRPr lang="vi-VN"/>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vi-V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vi-V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E4D914E-6825-4475-A990-0303B744F5B1}" type="slidenum">
              <a:rPr lang="vi-VN" smtClean="0"/>
              <a:pPr/>
              <a:t>‹#›</a:t>
            </a:fld>
            <a:endParaRPr lang="vi-VN"/>
          </a:p>
        </p:txBody>
      </p:sp>
    </p:spTree>
    <p:extLst>
      <p:ext uri="{BB962C8B-B14F-4D97-AF65-F5344CB8AC3E}">
        <p14:creationId xmlns:p14="http://schemas.microsoft.com/office/powerpoint/2010/main" val="4831285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8</a:t>
            </a:fld>
            <a:endParaRPr lang="en-US"/>
          </a:p>
        </p:txBody>
      </p:sp>
    </p:spTree>
    <p:extLst>
      <p:ext uri="{BB962C8B-B14F-4D97-AF65-F5344CB8AC3E}">
        <p14:creationId xmlns:p14="http://schemas.microsoft.com/office/powerpoint/2010/main" val="199882591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9</a:t>
            </a:fld>
            <a:endParaRPr lang="en-US"/>
          </a:p>
        </p:txBody>
      </p:sp>
    </p:spTree>
    <p:extLst>
      <p:ext uri="{BB962C8B-B14F-4D97-AF65-F5344CB8AC3E}">
        <p14:creationId xmlns:p14="http://schemas.microsoft.com/office/powerpoint/2010/main" val="79506173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10</a:t>
            </a:fld>
            <a:endParaRPr lang="en-US"/>
          </a:p>
        </p:txBody>
      </p:sp>
    </p:spTree>
    <p:extLst>
      <p:ext uri="{BB962C8B-B14F-4D97-AF65-F5344CB8AC3E}">
        <p14:creationId xmlns:p14="http://schemas.microsoft.com/office/powerpoint/2010/main" val="273321815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19/05/2021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866177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19/05/2021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143851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623888" y="4589464"/>
            <a:ext cx="7886700" cy="1500187"/>
          </a:xfr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0569F2D7-2394-463B-99AA-3447397976B2}" type="datetimeFigureOut">
              <a:rPr lang="vi-VN" smtClean="0"/>
              <a:pPr/>
              <a:t>19/05/2021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0498817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286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569F2D7-2394-463B-99AA-3447397976B2}" type="datetimeFigureOut">
              <a:rPr lang="vi-VN" smtClean="0"/>
              <a:pPr/>
              <a:t>19/05/2021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6590517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629842" y="1681163"/>
            <a:ext cx="3868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629842" y="2505075"/>
            <a:ext cx="3868340"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4629150" y="2505075"/>
            <a:ext cx="3887391"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569F2D7-2394-463B-99AA-3447397976B2}" type="datetimeFigureOut">
              <a:rPr lang="vi-VN" smtClean="0"/>
              <a:pPr/>
              <a:t>19/05/2021</a:t>
            </a:fld>
            <a:endParaRPr lang="vi-VN"/>
          </a:p>
        </p:txBody>
      </p:sp>
      <p:sp>
        <p:nvSpPr>
          <p:cNvPr id="8" name="Footer Placeholder 7"/>
          <p:cNvSpPr>
            <a:spLocks noGrp="1"/>
          </p:cNvSpPr>
          <p:nvPr>
            <p:ph type="ftr" sz="quarter" idx="11"/>
          </p:nvPr>
        </p:nvSpPr>
        <p:spPr/>
        <p:txBody>
          <a:bodyPr/>
          <a:lstStyle/>
          <a:p>
            <a:endParaRPr lang="vi-VN"/>
          </a:p>
        </p:txBody>
      </p:sp>
      <p:sp>
        <p:nvSpPr>
          <p:cNvPr id="9" name="Slide Number Placeholder 8"/>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34762892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0569F2D7-2394-463B-99AA-3447397976B2}" type="datetimeFigureOut">
              <a:rPr lang="vi-VN" smtClean="0"/>
              <a:pPr/>
              <a:t>19/05/2021</a:t>
            </a:fld>
            <a:endParaRPr lang="vi-VN"/>
          </a:p>
        </p:txBody>
      </p:sp>
      <p:sp>
        <p:nvSpPr>
          <p:cNvPr id="4" name="Footer Placeholder 3"/>
          <p:cNvSpPr>
            <a:spLocks noGrp="1"/>
          </p:cNvSpPr>
          <p:nvPr>
            <p:ph type="ftr" sz="quarter" idx="11"/>
          </p:nvPr>
        </p:nvSpPr>
        <p:spPr/>
        <p:txBody>
          <a:bodyPr/>
          <a:lstStyle/>
          <a:p>
            <a:endParaRPr lang="vi-VN"/>
          </a:p>
        </p:txBody>
      </p:sp>
      <p:sp>
        <p:nvSpPr>
          <p:cNvPr id="5" name="Slide Number Placeholder 4"/>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8621277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569F2D7-2394-463B-99AA-3447397976B2}" type="datetimeFigureOut">
              <a:rPr lang="vi-VN" smtClean="0"/>
              <a:pPr/>
              <a:t>19/05/2021</a:t>
            </a:fld>
            <a:endParaRPr lang="vi-VN"/>
          </a:p>
        </p:txBody>
      </p:sp>
      <p:sp>
        <p:nvSpPr>
          <p:cNvPr id="3" name="Footer Placeholder 2"/>
          <p:cNvSpPr>
            <a:spLocks noGrp="1"/>
          </p:cNvSpPr>
          <p:nvPr>
            <p:ph type="ftr" sz="quarter" idx="11"/>
          </p:nvPr>
        </p:nvSpPr>
        <p:spPr/>
        <p:txBody>
          <a:bodyPr/>
          <a:lstStyle/>
          <a:p>
            <a:endParaRPr lang="vi-VN"/>
          </a:p>
        </p:txBody>
      </p:sp>
      <p:sp>
        <p:nvSpPr>
          <p:cNvPr id="4" name="Slide Number Placeholder 3"/>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149388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3887391" y="987426"/>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19/05/2021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5483498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987426"/>
            <a:ext cx="462915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19/05/2021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2527331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19/05/2021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5637323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19/05/2021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266756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569F2D7-2394-463B-99AA-3447397976B2}" type="datetimeFigureOut">
              <a:rPr lang="vi-VN" smtClean="0"/>
              <a:pPr/>
              <a:t>19/05/2021</a:t>
            </a:fld>
            <a:endParaRPr lang="vi-VN"/>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vi-VN"/>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35F9DCF-6D91-4825-8894-8E6DFCB090D1}" type="slidenum">
              <a:rPr lang="vi-VN" smtClean="0"/>
              <a:pPr/>
              <a:t>‹#›</a:t>
            </a:fld>
            <a:endParaRPr lang="vi-VN"/>
          </a:p>
        </p:txBody>
      </p:sp>
    </p:spTree>
    <p:extLst>
      <p:ext uri="{BB962C8B-B14F-4D97-AF65-F5344CB8AC3E}">
        <p14:creationId xmlns:p14="http://schemas.microsoft.com/office/powerpoint/2010/main" val="346873767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Lạy Thiên Chúa Ba Ngôi toàn năng, chúng con đang họp nhau cầu nguyện, tha thiết nài xin cho cơn dịch bệnh mau chấm dứt. Lạy Chúa Cha giàu lòng thương xót, xin nhìn đến nỗi thống khổ của đoàn con trên khắp thế giới, </a:t>
            </a:r>
          </a:p>
        </p:txBody>
      </p:sp>
    </p:spTree>
    <p:extLst>
      <p:ext uri="{BB962C8B-B14F-4D97-AF65-F5344CB8AC3E}">
        <p14:creationId xmlns:p14="http://schemas.microsoft.com/office/powerpoint/2010/main" val="4047683388"/>
      </p:ext>
    </p:extLst>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đặc biệt tại những nơi dịch bệnh đang hoành hành. Xin củng cố đức tin của chúng con, cho chúng con hoàn toàn tín thác vào tình yêu quan phòng của Cha. Lạy Chúa Giêsu là Đấng cứu độ duy nhất, </a:t>
            </a:r>
          </a:p>
        </p:txBody>
      </p:sp>
    </p:spTree>
    <p:extLst>
      <p:ext uri="{BB962C8B-B14F-4D97-AF65-F5344CB8AC3E}">
        <p14:creationId xmlns:p14="http://schemas.microsoft.com/office/powerpoint/2010/main" val="3640129449"/>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là vị lương y đầy quyền năng và lòng thương xót, xin thương cho các bệnh nhân sớm được chữa lành, và an ủi các gia đình đang gặp khó khăn thử thách. Xin cho lời chúng con khiêm tốn cầu nguyện, </a:t>
            </a:r>
          </a:p>
        </p:txBody>
      </p:sp>
    </p:spTree>
    <p:extLst>
      <p:ext uri="{BB962C8B-B14F-4D97-AF65-F5344CB8AC3E}">
        <p14:creationId xmlns:p14="http://schemas.microsoft.com/office/powerpoint/2010/main" val="1625506"/>
      </p:ext>
    </p:extLst>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được chạm tới trái tim nhân lành của Chúa, xin giảm bớt gánh nặng khổ đau, và cho chúng con cảm nhận được bàn tay Chúa đang ân cần nâng đỡ chúng con. Lạy Chúa Thánh Thần là nguồn sức mạnh tình yêu, </a:t>
            </a:r>
          </a:p>
        </p:txBody>
      </p:sp>
    </p:spTree>
    <p:extLst>
      <p:ext uri="{BB962C8B-B14F-4D97-AF65-F5344CB8AC3E}">
        <p14:creationId xmlns:p14="http://schemas.microsoft.com/office/powerpoint/2010/main" val="1424632133"/>
      </p:ext>
    </p:ext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xin soi sáng các vị hữu trách và những người có khả năng, giúp họ sớm tìm ra phương thuốc chữa trị dịch bệnh, xin ban cho các bác sĩ và nhân viên y tế, sức mạnh của tình thương và lòng nhiệt thành quảng đại, </a:t>
            </a:r>
          </a:p>
        </p:txBody>
      </p:sp>
    </p:spTree>
    <p:extLst>
      <p:ext uri="{BB962C8B-B14F-4D97-AF65-F5344CB8AC3E}">
        <p14:creationId xmlns:p14="http://schemas.microsoft.com/office/powerpoint/2010/main" val="4118284500"/>
      </p:ext>
    </p:extLst>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luôn tận tâm tận lực phục vụ các bệnh nhân. Chúng con xin trao vào đôi tay từ mẫu của Mẹ Maria, những lời khẩn nguyện trong cơn đại nạn, nhờ lời Đức Mẹ chuyển cầu, xin Chúa nhận lời chúng con. Amen</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35814243"/>
      </p:ext>
    </p:extLst>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406D17-6BBA-4289-872B-3483843B6833}"/>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C1693604-3977-4881-B828-703F88560D67}"/>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255003203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524000"/>
            <a:ext cx="8991600" cy="6248400"/>
          </a:xfrm>
        </p:spPr>
        <p:txBody>
          <a:bodyPr>
            <a:noAutofit/>
          </a:bodyPr>
          <a:lstStyle/>
          <a:p>
            <a:pPr algn="just"/>
            <a:r>
              <a:rPr lang="en-US" sz="5400" b="1" dirty="0">
                <a:solidFill>
                  <a:schemeClr val="tx1"/>
                </a:solidFill>
                <a:latin typeface="Times New Roman" pitchFamily="18" charset="0"/>
                <a:cs typeface="Times New Roman" pitchFamily="18" charset="0"/>
              </a:rPr>
              <a:t>ĐK: </a:t>
            </a:r>
            <a:r>
              <a:rPr lang="en-US" sz="5400" b="1" dirty="0" err="1">
                <a:solidFill>
                  <a:schemeClr val="tx1"/>
                </a:solidFill>
                <a:latin typeface="Times New Roman" pitchFamily="18" charset="0"/>
                <a:cs typeface="Times New Roman" pitchFamily="18" charset="0"/>
              </a:rPr>
              <a:t>Trong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hân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hoan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chúng</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về</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đây</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mang</a:t>
            </a:r>
            <a:r>
              <a:rPr lang="en-US" sz="5400" b="1" dirty="0">
                <a:solidFill>
                  <a:schemeClr val="tx1"/>
                </a:solidFill>
                <a:latin typeface="Times New Roman" pitchFamily="18" charset="0"/>
                <a:cs typeface="Times New Roman" pitchFamily="18" charset="0"/>
              </a:rPr>
              <a:t> tin </a:t>
            </a:r>
            <a:r>
              <a:rPr lang="en-US" sz="5400" b="1" dirty="0" err="1">
                <a:solidFill>
                  <a:schemeClr val="tx1"/>
                </a:solidFill>
                <a:latin typeface="Times New Roman" pitchFamily="18" charset="0"/>
                <a:cs typeface="Times New Roman" pitchFamily="18" charset="0"/>
              </a:rPr>
              <a:t>yêu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mơ</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ước</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nồng</a:t>
            </a:r>
            <a:r>
              <a:rPr lang="en-US" sz="5400" b="1" dirty="0">
                <a:solidFill>
                  <a:schemeClr val="tx1"/>
                </a:solidFill>
                <a:latin typeface="Times New Roman" pitchFamily="18" charset="0"/>
                <a:cs typeface="Times New Roman" pitchFamily="18" charset="0"/>
              </a:rPr>
              <a:t> say </a:t>
            </a:r>
            <a:r>
              <a:rPr lang="en-US" sz="5400" b="1" dirty="0" err="1">
                <a:solidFill>
                  <a:schemeClr val="tx1"/>
                </a:solidFill>
                <a:latin typeface="Times New Roman" pitchFamily="18" charset="0"/>
                <a:cs typeface="Times New Roman" pitchFamily="18" charset="0"/>
              </a:rPr>
              <a:t>cùng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hợp</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tiếng</a:t>
            </a:r>
            <a:r>
              <a:rPr lang="en-US" sz="5400" b="1" dirty="0">
                <a:solidFill>
                  <a:schemeClr val="tx1"/>
                </a:solidFill>
                <a:latin typeface="Times New Roman" pitchFamily="18" charset="0"/>
                <a:cs typeface="Times New Roman" pitchFamily="18" charset="0"/>
              </a:rPr>
              <a:t> ca, </a:t>
            </a:r>
            <a:r>
              <a:rPr lang="en-US" sz="5400" b="1" dirty="0" err="1">
                <a:solidFill>
                  <a:schemeClr val="tx1"/>
                </a:solidFill>
                <a:latin typeface="Times New Roman" pitchFamily="18" charset="0"/>
                <a:cs typeface="Times New Roman" pitchFamily="18" charset="0"/>
              </a:rPr>
              <a:t>tạ</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ơn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Chúa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lời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thiết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tha</a:t>
            </a:r>
            <a:r>
              <a:rPr lang="en-US" sz="5400" b="1" dirty="0">
                <a:solidFill>
                  <a:schemeClr val="tx1"/>
                </a:solidFill>
                <a:latin typeface="Times New Roman" pitchFamily="18" charset="0"/>
                <a:cs typeface="Times New Roman" pitchFamily="18" charset="0"/>
              </a:rPr>
              <a:t>.</a:t>
            </a: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Nhập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CHUNG LỜI TẠ ƠN 16</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355070271"/>
      </p:ext>
    </p:extLst>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371600"/>
            <a:ext cx="8991600" cy="6248400"/>
          </a:xfrm>
        </p:spPr>
        <p:txBody>
          <a:bodyPr>
            <a:noAutofit/>
          </a:bodyPr>
          <a:lstStyle/>
          <a:p>
            <a:pPr algn="just"/>
            <a:r>
              <a:rPr lang="en-US" sz="5400" b="1" dirty="0">
                <a:solidFill>
                  <a:schemeClr val="tx1"/>
                </a:solidFill>
                <a:latin typeface="Times New Roman" pitchFamily="18" charset="0"/>
                <a:cs typeface="Times New Roman" pitchFamily="18" charset="0"/>
              </a:rPr>
              <a:t>1. </a:t>
            </a:r>
            <a:r>
              <a:rPr lang="en-US" sz="5400" b="1" dirty="0" err="1">
                <a:solidFill>
                  <a:schemeClr val="tx1"/>
                </a:solidFill>
                <a:latin typeface="Times New Roman" pitchFamily="18" charset="0"/>
                <a:cs typeface="Times New Roman" pitchFamily="18" charset="0"/>
              </a:rPr>
              <a:t>Bao</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năm</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tháng</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hằng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ước</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mơ</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về</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bên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Chúa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hát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khúc</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tạ</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ơn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ôi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giây</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phút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chan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hòa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thánh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ân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trong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cõi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lòng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dâng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tràn</a:t>
            </a:r>
            <a:r>
              <a:rPr lang="en-US" sz="5400" b="1" dirty="0">
                <a:solidFill>
                  <a:schemeClr val="tx1"/>
                </a:solidFill>
                <a:latin typeface="Times New Roman" pitchFamily="18" charset="0"/>
                <a:cs typeface="Times New Roman" pitchFamily="18" charset="0"/>
              </a:rPr>
              <a:t> ý </a:t>
            </a:r>
            <a:r>
              <a:rPr lang="en-US" sz="5400" b="1" dirty="0" err="1">
                <a:solidFill>
                  <a:schemeClr val="tx1"/>
                </a:solidFill>
                <a:latin typeface="Times New Roman" pitchFamily="18" charset="0"/>
                <a:cs typeface="Times New Roman" pitchFamily="18" charset="0"/>
              </a:rPr>
              <a:t>xuân</a:t>
            </a:r>
            <a:r>
              <a:rPr lang="en-US" sz="5400" b="1" dirty="0">
                <a:solidFill>
                  <a:schemeClr val="tx1"/>
                </a:solidFill>
                <a:latin typeface="Times New Roman" pitchFamily="18" charset="0"/>
                <a:cs typeface="Times New Roman" pitchFamily="18" charset="0"/>
              </a:rPr>
              <a:t>.</a:t>
            </a: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Nhập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CHUNG LỜI TẠ ƠN 16</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3059356627"/>
      </p:ext>
    </p:extLst>
  </p:cSld>
  <p:clrMapOvr>
    <a:masterClrMapping/>
  </p:clrMapOv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524000"/>
            <a:ext cx="8991600" cy="6248400"/>
          </a:xfrm>
        </p:spPr>
        <p:txBody>
          <a:bodyPr>
            <a:noAutofit/>
          </a:bodyPr>
          <a:lstStyle/>
          <a:p>
            <a:pPr algn="just"/>
            <a:r>
              <a:rPr lang="en-US" sz="5400" b="1" dirty="0">
                <a:solidFill>
                  <a:schemeClr val="tx1"/>
                </a:solidFill>
                <a:latin typeface="Times New Roman" pitchFamily="18" charset="0"/>
                <a:cs typeface="Times New Roman" pitchFamily="18" charset="0"/>
              </a:rPr>
              <a:t>ĐK: </a:t>
            </a:r>
            <a:r>
              <a:rPr lang="en-US" sz="5400" b="1" dirty="0" err="1">
                <a:solidFill>
                  <a:schemeClr val="tx1"/>
                </a:solidFill>
                <a:latin typeface="Times New Roman" pitchFamily="18" charset="0"/>
                <a:cs typeface="Times New Roman" pitchFamily="18" charset="0"/>
              </a:rPr>
              <a:t>Trong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hân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hoan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chúng</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về</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đây</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mang</a:t>
            </a:r>
            <a:r>
              <a:rPr lang="en-US" sz="5400" b="1" dirty="0">
                <a:solidFill>
                  <a:schemeClr val="tx1"/>
                </a:solidFill>
                <a:latin typeface="Times New Roman" pitchFamily="18" charset="0"/>
                <a:cs typeface="Times New Roman" pitchFamily="18" charset="0"/>
              </a:rPr>
              <a:t> tin </a:t>
            </a:r>
            <a:r>
              <a:rPr lang="en-US" sz="5400" b="1" dirty="0" err="1">
                <a:solidFill>
                  <a:schemeClr val="tx1"/>
                </a:solidFill>
                <a:latin typeface="Times New Roman" pitchFamily="18" charset="0"/>
                <a:cs typeface="Times New Roman" pitchFamily="18" charset="0"/>
              </a:rPr>
              <a:t>yêu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mơ</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ước</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nồng</a:t>
            </a:r>
            <a:r>
              <a:rPr lang="en-US" sz="5400" b="1" dirty="0">
                <a:solidFill>
                  <a:schemeClr val="tx1"/>
                </a:solidFill>
                <a:latin typeface="Times New Roman" pitchFamily="18" charset="0"/>
                <a:cs typeface="Times New Roman" pitchFamily="18" charset="0"/>
              </a:rPr>
              <a:t> say </a:t>
            </a:r>
            <a:r>
              <a:rPr lang="en-US" sz="5400" b="1" dirty="0" err="1">
                <a:solidFill>
                  <a:schemeClr val="tx1"/>
                </a:solidFill>
                <a:latin typeface="Times New Roman" pitchFamily="18" charset="0"/>
                <a:cs typeface="Times New Roman" pitchFamily="18" charset="0"/>
              </a:rPr>
              <a:t>cùng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hợp</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tiếng</a:t>
            </a:r>
            <a:r>
              <a:rPr lang="en-US" sz="5400" b="1" dirty="0">
                <a:solidFill>
                  <a:schemeClr val="tx1"/>
                </a:solidFill>
                <a:latin typeface="Times New Roman" pitchFamily="18" charset="0"/>
                <a:cs typeface="Times New Roman" pitchFamily="18" charset="0"/>
              </a:rPr>
              <a:t> ca, </a:t>
            </a:r>
            <a:r>
              <a:rPr lang="en-US" sz="5400" b="1" dirty="0" err="1">
                <a:solidFill>
                  <a:schemeClr val="tx1"/>
                </a:solidFill>
                <a:latin typeface="Times New Roman" pitchFamily="18" charset="0"/>
                <a:cs typeface="Times New Roman" pitchFamily="18" charset="0"/>
              </a:rPr>
              <a:t>tạ</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ơn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Chúa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lời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thiết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tha</a:t>
            </a:r>
            <a:r>
              <a:rPr lang="en-US" sz="5400" b="1" dirty="0">
                <a:solidFill>
                  <a:schemeClr val="tx1"/>
                </a:solidFill>
                <a:latin typeface="Times New Roman" pitchFamily="18" charset="0"/>
                <a:cs typeface="Times New Roman" pitchFamily="18" charset="0"/>
              </a:rPr>
              <a:t>.</a:t>
            </a: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Nhập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CHUNG LỜI TẠ ƠN 16</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884810716"/>
      </p:ext>
    </p:extLst>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189607"/>
            <a:ext cx="9144000" cy="7164280"/>
          </a:xfrm>
        </p:spPr>
        <p:txBody>
          <a:bodyPr>
            <a:noAutofit/>
          </a:bodyPr>
          <a:lstStyle/>
          <a:p>
            <a:r>
              <a:rPr lang="en-US" sz="66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Đáp</a:t>
            </a:r>
            <a:r>
              <a:rPr lang="en-US" sz="6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Ca</a:t>
            </a:r>
          </a:p>
          <a:p>
            <a:pPr algn="just"/>
            <a:r>
              <a:rPr lang="en-US" sz="5400" b="1" dirty="0">
                <a:latin typeface="Times New Roman" panose="02020603050405020304" pitchFamily="18" charset="0"/>
                <a:cs typeface="Times New Roman" panose="02020603050405020304" pitchFamily="18" charset="0"/>
              </a:rPr>
              <a:t>Xin </a:t>
            </a:r>
            <a:r>
              <a:rPr lang="en-US" sz="5400" b="1" dirty="0" err="1">
                <a:latin typeface="Times New Roman" panose="02020603050405020304" pitchFamily="18" charset="0"/>
                <a:cs typeface="Times New Roman" panose="02020603050405020304" pitchFamily="18" charset="0"/>
              </a:rPr>
              <a:t>bảo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toàn</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lạy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tìm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tựa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464627009"/>
      </p:ext>
    </p:extLst>
  </p:cSld>
  <p:clrMapOvr>
    <a:masterClrMapping/>
  </p:clrMapOvr>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189607"/>
            <a:ext cx="9144000" cy="7164280"/>
          </a:xfrm>
        </p:spPr>
        <p:txBody>
          <a:bodyPr>
            <a:noAutofit/>
          </a:bodyPr>
          <a:lstStyle/>
          <a:p>
            <a:r>
              <a:rPr lang="en-US" sz="6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Alleluia</a:t>
            </a:r>
          </a:p>
          <a:p>
            <a:pPr algn="just"/>
            <a:r>
              <a:rPr lang="en-US" sz="5400" b="1" dirty="0">
                <a:latin typeface="Times New Roman" panose="02020603050405020304" pitchFamily="18" charset="0"/>
                <a:cs typeface="Times New Roman" panose="02020603050405020304" pitchFamily="18" charset="0"/>
              </a:rPr>
              <a:t>All… All…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Thầy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sẽ</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bỏ</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các</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mồ</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Thầy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sẽ</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các</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lòng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các</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sẽ</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All…</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684597154"/>
      </p:ext>
    </p:extLst>
  </p:cSld>
  <p:clrMapOvr>
    <a:masterClrMapping/>
  </p:clrMapOvr>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Dâng</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DÂNG LÊN CHÚA 2 (74)</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458311"/>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1. Xin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hiến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lễ</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Xin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Cha </a:t>
            </a:r>
            <a:r>
              <a:rPr lang="en-US" sz="5400" b="1" dirty="0" err="1">
                <a:latin typeface="Times New Roman" panose="02020603050405020304" pitchFamily="18" charset="0"/>
                <a:cs typeface="Times New Roman" panose="02020603050405020304" pitchFamily="18" charset="0"/>
              </a:rPr>
              <a:t>trọn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cuộc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cùng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lễ</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hiến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943999365"/>
      </p:ext>
    </p:extLst>
  </p:cSld>
  <p:clrMapOvr>
    <a:masterClrMapping/>
  </p:clrMapOvr>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Dâng</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DÂNG LÊN CHÚA 2 (74)</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458311"/>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Chúc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tụng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tụng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chí</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tụng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tụng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78621886"/>
      </p:ext>
    </p:extLst>
  </p:cSld>
  <p:clrMapOvr>
    <a:masterClrMapping/>
  </p:clrMapOvr>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Dâng</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DÂNG LÊN CHÚA 2 (74)</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458311"/>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2. Xin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trước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tòa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miến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rượu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thơm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đau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cuộc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hợp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lễ</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hiến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338923547"/>
      </p:ext>
    </p:extLst>
  </p:cSld>
  <p:clrMapOvr>
    <a:masterClrMapping/>
  </p:clrMapOvr>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Dâng</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DÂNG LÊN CHÚA 2 (74)</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458311"/>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Chúc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tụng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tụng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chí</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tụng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tụng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177461950"/>
      </p:ext>
    </p:extLst>
  </p:cSld>
  <p:clrMapOvr>
    <a:masterClrMapping/>
  </p:clrMapOvr>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836128-4A05-40B8-BBED-8B4157398241}"/>
              </a:ext>
            </a:extLst>
          </p:cNvPr>
          <p:cNvSpPr>
            <a:spLocks noGrp="1"/>
          </p:cNvSpPr>
          <p:nvPr>
            <p:ph type="title"/>
          </p:nvPr>
        </p:nvSpPr>
        <p:spPr>
          <a:xfrm>
            <a:off x="-1" y="0"/>
            <a:ext cx="9143999" cy="1325563"/>
          </a:xfrm>
        </p:spPr>
        <p:txBody>
          <a:bodyPr>
            <a:normAutofit/>
          </a:bodyPr>
          <a:lstStyle/>
          <a:p>
            <a:r>
              <a:rPr lang="en-US" sz="5400" b="1" dirty="0">
                <a:solidFill>
                  <a:srgbClr val="FF0000"/>
                </a:solidFill>
                <a:latin typeface="Times New Roman" panose="02020603050405020304" pitchFamily="18" charset="0"/>
                <a:cs typeface="Times New Roman" panose="02020603050405020304" pitchFamily="18" charset="0"/>
              </a:rPr>
              <a:t>Ca </a:t>
            </a:r>
            <a:r>
              <a:rPr lang="en-US" sz="5400" b="1" dirty="0" err="1">
                <a:solidFill>
                  <a:srgbClr val="FF0000"/>
                </a:solidFill>
                <a:latin typeface="Times New Roman" panose="02020603050405020304" pitchFamily="18" charset="0"/>
                <a:cs typeface="Times New Roman" panose="02020603050405020304" pitchFamily="18" charset="0"/>
              </a:rPr>
              <a:t>hiệp</a:t>
            </a:r>
            <a:r>
              <a:rPr lang="en-US" sz="5400" b="1" dirty="0">
                <a:solidFill>
                  <a:srgbClr val="FF0000"/>
                </a:solidFill>
                <a:latin typeface="Times New Roman" panose="02020603050405020304" pitchFamily="18" charset="0"/>
                <a:cs typeface="Times New Roman" panose="02020603050405020304" pitchFamily="18" charset="0"/>
              </a:rPr>
              <a:t> </a:t>
            </a:r>
            <a:r>
              <a:rPr lang="en-US" sz="5400" b="1" dirty="0" err="1">
                <a:solidFill>
                  <a:srgbClr val="FF0000"/>
                </a:solidFill>
                <a:latin typeface="Times New Roman" panose="02020603050405020304" pitchFamily="18" charset="0"/>
                <a:cs typeface="Times New Roman" panose="02020603050405020304" pitchFamily="18" charset="0"/>
              </a:rPr>
              <a:t>lễ</a:t>
            </a:r>
            <a:endParaRPr lang="en-US" sz="5400" b="1" dirty="0">
              <a:solidFill>
                <a:srgbClr val="FF0000"/>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19C51F5D-34DD-43C2-95A7-3D04A4BAD8AB}"/>
              </a:ext>
            </a:extLst>
          </p:cNvPr>
          <p:cNvSpPr>
            <a:spLocks noGrp="1"/>
          </p:cNvSpPr>
          <p:nvPr>
            <p:ph idx="1"/>
          </p:nvPr>
        </p:nvSpPr>
        <p:spPr>
          <a:xfrm>
            <a:off x="0" y="1416112"/>
            <a:ext cx="9144000" cy="4351338"/>
          </a:xfrm>
        </p:spPr>
        <p:txBody>
          <a:bodyPr>
            <a:noAutofit/>
          </a:bodyPr>
          <a:lstStyle/>
          <a:p>
            <a:pPr marL="0" indent="0" algn="just">
              <a:buNone/>
            </a:pP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Thầy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phải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nói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sự</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thật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các</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Thầy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ích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lợi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các</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nếu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Thầy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Đấng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Phù</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sẽ</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các</a:t>
            </a:r>
            <a:r>
              <a:rPr lang="en-US" sz="5400" b="1" dirty="0">
                <a:latin typeface="Times New Roman" panose="02020603050405020304" pitchFamily="18" charset="0"/>
                <a:cs typeface="Times New Roman" panose="02020603050405020304" pitchFamily="18" charset="0"/>
              </a:rPr>
              <a:t> con. Alleluia.</a:t>
            </a:r>
          </a:p>
        </p:txBody>
      </p:sp>
    </p:spTree>
    <p:extLst>
      <p:ext uri="{BB962C8B-B14F-4D97-AF65-F5344CB8AC3E}">
        <p14:creationId xmlns:p14="http://schemas.microsoft.com/office/powerpoint/2010/main" val="112148435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a:solidFill>
                  <a:srgbClr val="FF0000"/>
                </a:solidFill>
                <a:latin typeface="Times New Roman" pitchFamily="18" charset="0"/>
                <a:cs typeface="Times New Roman" pitchFamily="18" charset="0"/>
              </a:rPr>
              <a:t>Hiệp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TÌNH CA VÔ TẬN 132</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447800"/>
            <a:ext cx="9144000" cy="5105400"/>
          </a:xfrm>
        </p:spPr>
        <p:txBody>
          <a:bodyPr>
            <a:noAutofit/>
          </a:bodyPr>
          <a:lstStyle/>
          <a:p>
            <a:pPr algn="just">
              <a:tabLst>
                <a:tab pos="2155825" algn="l"/>
              </a:tabLst>
            </a:pPr>
            <a:r>
              <a:rPr lang="en-US" sz="5400" b="1" dirty="0">
                <a:solidFill>
                  <a:schemeClr val="tx1"/>
                </a:solidFill>
                <a:latin typeface="Times New Roman" pitchFamily="18" charset="0"/>
                <a:cs typeface="Times New Roman" pitchFamily="18" charset="0"/>
              </a:rPr>
              <a:t>1. </a:t>
            </a:r>
            <a:r>
              <a:rPr lang="en-US" sz="5400" b="1" dirty="0" err="1">
                <a:solidFill>
                  <a:schemeClr val="tx1"/>
                </a:solidFill>
                <a:latin typeface="Times New Roman" pitchFamily="18" charset="0"/>
                <a:cs typeface="Times New Roman" pitchFamily="18" charset="0"/>
              </a:rPr>
              <a:t>Tình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Ngài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như</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mạch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sống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chan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chứa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thắm</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thiết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như</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dòng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sông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rộng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lớn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bát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ngát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biển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đông</a:t>
            </a:r>
            <a:r>
              <a:rPr lang="en-US" sz="5400" b="1" dirty="0">
                <a:solidFill>
                  <a:schemeClr val="tx1"/>
                </a:solidFill>
                <a:latin typeface="Times New Roman" pitchFamily="18" charset="0"/>
                <a:cs typeface="Times New Roman" pitchFamily="18" charset="0"/>
              </a:rPr>
              <a:t>. </a:t>
            </a:r>
          </a:p>
        </p:txBody>
      </p:sp>
    </p:spTree>
    <p:extLst>
      <p:ext uri="{BB962C8B-B14F-4D97-AF65-F5344CB8AC3E}">
        <p14:creationId xmlns:p14="http://schemas.microsoft.com/office/powerpoint/2010/main" val="187003466"/>
      </p:ext>
    </p:extLst>
  </p:cSld>
  <p:clrMapOvr>
    <a:masterClrMapping/>
  </p:clrMapOvr>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a:solidFill>
                  <a:srgbClr val="FF0000"/>
                </a:solidFill>
                <a:latin typeface="Times New Roman" pitchFamily="18" charset="0"/>
                <a:cs typeface="Times New Roman" pitchFamily="18" charset="0"/>
              </a:rPr>
              <a:t>Hiệp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TÌNH CA VÔ TẬN 132</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90600"/>
            <a:ext cx="9144000" cy="5105400"/>
          </a:xfrm>
        </p:spPr>
        <p:txBody>
          <a:bodyPr>
            <a:noAutofit/>
          </a:bodyPr>
          <a:lstStyle/>
          <a:p>
            <a:pPr algn="just">
              <a:tabLst>
                <a:tab pos="2155825" algn="l"/>
              </a:tabLst>
            </a:pPr>
            <a:r>
              <a:rPr lang="en-US" sz="5400" b="1" dirty="0" err="1">
                <a:solidFill>
                  <a:schemeClr val="tx1"/>
                </a:solidFill>
                <a:latin typeface="Times New Roman" pitchFamily="18" charset="0"/>
                <a:cs typeface="Times New Roman" pitchFamily="18" charset="0"/>
              </a:rPr>
              <a:t>Tình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Ngài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cao</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thật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cao</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như</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núi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chất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ngất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tầng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mây</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cho</a:t>
            </a:r>
            <a:r>
              <a:rPr lang="en-US" sz="5400" b="1" dirty="0">
                <a:solidFill>
                  <a:schemeClr val="tx1"/>
                </a:solidFill>
                <a:latin typeface="Times New Roman" pitchFamily="18" charset="0"/>
                <a:cs typeface="Times New Roman" pitchFamily="18" charset="0"/>
              </a:rPr>
              <a:t> con say </a:t>
            </a:r>
            <a:r>
              <a:rPr lang="en-US" sz="5400" b="1" dirty="0" err="1">
                <a:solidFill>
                  <a:schemeClr val="tx1"/>
                </a:solidFill>
                <a:latin typeface="Times New Roman" pitchFamily="18" charset="0"/>
                <a:cs typeface="Times New Roman" pitchFamily="18" charset="0"/>
              </a:rPr>
              <a:t>sưa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niềm</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vui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mới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trong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tay</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Ngài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êm</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ái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luôn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bao</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bọc</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mãi</a:t>
            </a:r>
            <a:r>
              <a:rPr lang="en-US" sz="5400" b="1" dirty="0">
                <a:solidFill>
                  <a:schemeClr val="tx1"/>
                </a:solidFill>
                <a:latin typeface="Times New Roman" pitchFamily="18" charset="0"/>
                <a:cs typeface="Times New Roman" pitchFamily="18" charset="0"/>
              </a:rPr>
              <a:t>.</a:t>
            </a:r>
          </a:p>
        </p:txBody>
      </p:sp>
    </p:spTree>
    <p:extLst>
      <p:ext uri="{BB962C8B-B14F-4D97-AF65-F5344CB8AC3E}">
        <p14:creationId xmlns:p14="http://schemas.microsoft.com/office/powerpoint/2010/main" val="124055757"/>
      </p:ext>
    </p:extLst>
  </p:cSld>
  <p:clrMapOvr>
    <a:masterClrMapping/>
  </p:clrMapOvr>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a:solidFill>
                  <a:srgbClr val="FF0000"/>
                </a:solidFill>
                <a:latin typeface="Times New Roman" pitchFamily="18" charset="0"/>
                <a:cs typeface="Times New Roman" pitchFamily="18" charset="0"/>
              </a:rPr>
              <a:t>Hiệp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TÌNH CA VÔ TẬN 132</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90600"/>
            <a:ext cx="9144000" cy="5105400"/>
          </a:xfrm>
        </p:spPr>
        <p:txBody>
          <a:bodyPr>
            <a:noAutofit/>
          </a:bodyPr>
          <a:lstStyle/>
          <a:p>
            <a:pPr algn="just">
              <a:tabLst>
                <a:tab pos="2155825" algn="l"/>
              </a:tabLst>
            </a:pPr>
            <a:r>
              <a:rPr lang="en-US" sz="5400" b="1" dirty="0">
                <a:solidFill>
                  <a:schemeClr val="tx1"/>
                </a:solidFill>
                <a:latin typeface="Times New Roman" pitchFamily="18" charset="0"/>
                <a:cs typeface="Times New Roman" pitchFamily="18" charset="0"/>
              </a:rPr>
              <a:t>ĐK: Xin </a:t>
            </a:r>
            <a:r>
              <a:rPr lang="en-US" sz="5400" b="1" dirty="0" err="1">
                <a:solidFill>
                  <a:schemeClr val="tx1"/>
                </a:solidFill>
                <a:latin typeface="Times New Roman" pitchFamily="18" charset="0"/>
                <a:cs typeface="Times New Roman" pitchFamily="18" charset="0"/>
              </a:rPr>
              <a:t>cho</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một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trái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tim</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nồng</a:t>
            </a:r>
            <a:r>
              <a:rPr lang="en-US" sz="5400" b="1" dirty="0">
                <a:solidFill>
                  <a:schemeClr val="tx1"/>
                </a:solidFill>
                <a:latin typeface="Times New Roman" pitchFamily="18" charset="0"/>
                <a:cs typeface="Times New Roman" pitchFamily="18" charset="0"/>
              </a:rPr>
              <a:t> say, </a:t>
            </a:r>
            <a:r>
              <a:rPr lang="en-US" sz="5400" b="1" dirty="0" err="1">
                <a:solidFill>
                  <a:schemeClr val="tx1"/>
                </a:solidFill>
                <a:latin typeface="Times New Roman" pitchFamily="18" charset="0"/>
                <a:cs typeface="Times New Roman" pitchFamily="18" charset="0"/>
              </a:rPr>
              <a:t>xin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cho</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tình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mến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chẳng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phai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ngay</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trong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hôm</a:t>
            </a:r>
            <a:r>
              <a:rPr lang="en-US" sz="5400" b="1" dirty="0">
                <a:solidFill>
                  <a:schemeClr val="tx1"/>
                </a:solidFill>
                <a:latin typeface="Times New Roman" pitchFamily="18" charset="0"/>
                <a:cs typeface="Times New Roman" pitchFamily="18" charset="0"/>
              </a:rPr>
              <a:t> nay, hay </a:t>
            </a:r>
            <a:r>
              <a:rPr lang="en-US" sz="5400" b="1" dirty="0" err="1">
                <a:solidFill>
                  <a:schemeClr val="tx1"/>
                </a:solidFill>
                <a:latin typeface="Times New Roman" pitchFamily="18" charset="0"/>
                <a:cs typeface="Times New Roman" pitchFamily="18" charset="0"/>
              </a:rPr>
              <a:t>trong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tương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lai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mến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Chúa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mãi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chẳng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phai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Mến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Chúa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chẳng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đổi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thay</a:t>
            </a:r>
            <a:r>
              <a:rPr lang="en-US" sz="5400" b="1" dirty="0">
                <a:solidFill>
                  <a:schemeClr val="tx1"/>
                </a:solidFill>
                <a:latin typeface="Times New Roman" pitchFamily="18" charset="0"/>
                <a:cs typeface="Times New Roman" pitchFamily="18" charset="0"/>
              </a:rPr>
              <a:t>. </a:t>
            </a:r>
          </a:p>
        </p:txBody>
      </p:sp>
    </p:spTree>
    <p:extLst>
      <p:ext uri="{BB962C8B-B14F-4D97-AF65-F5344CB8AC3E}">
        <p14:creationId xmlns:p14="http://schemas.microsoft.com/office/powerpoint/2010/main" val="1774310957"/>
      </p:ext>
    </p:extLst>
  </p:cSld>
  <p:clrMapOvr>
    <a:masterClrMapping/>
  </p:clrMapOvr>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a:solidFill>
                  <a:srgbClr val="FF0000"/>
                </a:solidFill>
                <a:latin typeface="Times New Roman" pitchFamily="18" charset="0"/>
                <a:cs typeface="Times New Roman" pitchFamily="18" charset="0"/>
              </a:rPr>
              <a:t>Hiệp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TÌNH CA VÔ TẬN 132</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981200"/>
            <a:ext cx="9144000" cy="5105400"/>
          </a:xfrm>
        </p:spPr>
        <p:txBody>
          <a:bodyPr>
            <a:noAutofit/>
          </a:bodyPr>
          <a:lstStyle/>
          <a:p>
            <a:pPr algn="just">
              <a:tabLst>
                <a:tab pos="2155825" algn="l"/>
              </a:tabLst>
            </a:pPr>
            <a:r>
              <a:rPr lang="en-US" sz="5400" b="1" dirty="0">
                <a:solidFill>
                  <a:schemeClr val="tx1"/>
                </a:solidFill>
                <a:latin typeface="Times New Roman" pitchFamily="18" charset="0"/>
                <a:cs typeface="Times New Roman" pitchFamily="18" charset="0"/>
              </a:rPr>
              <a:t>2. </a:t>
            </a:r>
            <a:r>
              <a:rPr lang="en-US" sz="5400" b="1" dirty="0" err="1">
                <a:solidFill>
                  <a:schemeClr val="tx1"/>
                </a:solidFill>
                <a:latin typeface="Times New Roman" pitchFamily="18" charset="0"/>
                <a:cs typeface="Times New Roman" pitchFamily="18" charset="0"/>
              </a:rPr>
              <a:t>Tình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Ngài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như</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mạch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đất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tươi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tốt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bát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ngát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rừng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xanh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như</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gió</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quyến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trời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thanh</a:t>
            </a:r>
            <a:r>
              <a:rPr lang="en-US" sz="5400" b="1" dirty="0">
                <a:solidFill>
                  <a:schemeClr val="tx1"/>
                </a:solidFill>
                <a:latin typeface="Times New Roman" pitchFamily="18" charset="0"/>
                <a:cs typeface="Times New Roman" pitchFamily="18" charset="0"/>
              </a:rPr>
              <a:t>. </a:t>
            </a:r>
          </a:p>
        </p:txBody>
      </p:sp>
    </p:spTree>
    <p:extLst>
      <p:ext uri="{BB962C8B-B14F-4D97-AF65-F5344CB8AC3E}">
        <p14:creationId xmlns:p14="http://schemas.microsoft.com/office/powerpoint/2010/main" val="3617000461"/>
      </p:ext>
    </p:extLst>
  </p:cSld>
  <p:clrMapOvr>
    <a:masterClrMapping/>
  </p:clrMapOvr>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a:solidFill>
                  <a:srgbClr val="FF0000"/>
                </a:solidFill>
                <a:latin typeface="Times New Roman" pitchFamily="18" charset="0"/>
                <a:cs typeface="Times New Roman" pitchFamily="18" charset="0"/>
              </a:rPr>
              <a:t>Hiệp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TÌNH CA VÔ TẬN 132</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19200"/>
            <a:ext cx="9144000" cy="5105400"/>
          </a:xfrm>
        </p:spPr>
        <p:txBody>
          <a:bodyPr>
            <a:noAutofit/>
          </a:bodyPr>
          <a:lstStyle/>
          <a:p>
            <a:pPr algn="just">
              <a:tabLst>
                <a:tab pos="2155825" algn="l"/>
              </a:tabLst>
            </a:pPr>
            <a:r>
              <a:rPr lang="en-US" sz="5400" b="1" dirty="0" err="1">
                <a:solidFill>
                  <a:schemeClr val="tx1"/>
                </a:solidFill>
                <a:latin typeface="Times New Roman" pitchFamily="18" charset="0"/>
                <a:cs typeface="Times New Roman" pitchFamily="18" charset="0"/>
              </a:rPr>
              <a:t>Tình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Ngài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bao</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bọc</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như</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tiếng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hát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mẹ</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ru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vòng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tay</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yêu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thương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Ngài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như</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mơ</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ôm</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lạc</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bơ</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vơ</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môi</a:t>
            </a:r>
            <a:r>
              <a:rPr lang="en-US" sz="5400" b="1" dirty="0">
                <a:solidFill>
                  <a:schemeClr val="tx1"/>
                </a:solidFill>
                <a:latin typeface="Times New Roman" pitchFamily="18" charset="0"/>
                <a:cs typeface="Times New Roman" pitchFamily="18" charset="0"/>
              </a:rPr>
              <a:t> say </a:t>
            </a:r>
            <a:r>
              <a:rPr lang="en-US" sz="5400" b="1" dirty="0" err="1">
                <a:solidFill>
                  <a:schemeClr val="tx1"/>
                </a:solidFill>
                <a:latin typeface="Times New Roman" pitchFamily="18" charset="0"/>
                <a:cs typeface="Times New Roman" pitchFamily="18" charset="0"/>
              </a:rPr>
              <a:t>niềm</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nhung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nhớ</a:t>
            </a:r>
            <a:r>
              <a:rPr lang="en-US" sz="5400" b="1" dirty="0">
                <a:solidFill>
                  <a:schemeClr val="tx1"/>
                </a:solidFill>
                <a:latin typeface="Times New Roman" pitchFamily="18" charset="0"/>
                <a:cs typeface="Times New Roman" pitchFamily="18" charset="0"/>
              </a:rPr>
              <a:t>.</a:t>
            </a:r>
          </a:p>
        </p:txBody>
      </p:sp>
    </p:spTree>
    <p:extLst>
      <p:ext uri="{BB962C8B-B14F-4D97-AF65-F5344CB8AC3E}">
        <p14:creationId xmlns:p14="http://schemas.microsoft.com/office/powerpoint/2010/main" val="3339591911"/>
      </p:ext>
    </p:extLst>
  </p:cSld>
  <p:clrMapOvr>
    <a:masterClrMapping/>
  </p:clrMapOvr>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a:solidFill>
                  <a:srgbClr val="FF0000"/>
                </a:solidFill>
                <a:latin typeface="Times New Roman" pitchFamily="18" charset="0"/>
                <a:cs typeface="Times New Roman" pitchFamily="18" charset="0"/>
              </a:rPr>
              <a:t>Hiệp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TÌNH CA VÔ TẬN 132</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90600"/>
            <a:ext cx="9144000" cy="5105400"/>
          </a:xfrm>
        </p:spPr>
        <p:txBody>
          <a:bodyPr>
            <a:noAutofit/>
          </a:bodyPr>
          <a:lstStyle/>
          <a:p>
            <a:pPr algn="just">
              <a:tabLst>
                <a:tab pos="2155825" algn="l"/>
              </a:tabLst>
            </a:pPr>
            <a:r>
              <a:rPr lang="en-US" sz="5400" b="1" dirty="0">
                <a:solidFill>
                  <a:schemeClr val="tx1"/>
                </a:solidFill>
                <a:latin typeface="Times New Roman" pitchFamily="18" charset="0"/>
                <a:cs typeface="Times New Roman" pitchFamily="18" charset="0"/>
              </a:rPr>
              <a:t>ĐK: Xin </a:t>
            </a:r>
            <a:r>
              <a:rPr lang="en-US" sz="5400" b="1" dirty="0" err="1">
                <a:solidFill>
                  <a:schemeClr val="tx1"/>
                </a:solidFill>
                <a:latin typeface="Times New Roman" pitchFamily="18" charset="0"/>
                <a:cs typeface="Times New Roman" pitchFamily="18" charset="0"/>
              </a:rPr>
              <a:t>cho</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một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trái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tim</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nồng</a:t>
            </a:r>
            <a:r>
              <a:rPr lang="en-US" sz="5400" b="1" dirty="0">
                <a:solidFill>
                  <a:schemeClr val="tx1"/>
                </a:solidFill>
                <a:latin typeface="Times New Roman" pitchFamily="18" charset="0"/>
                <a:cs typeface="Times New Roman" pitchFamily="18" charset="0"/>
              </a:rPr>
              <a:t> say, </a:t>
            </a:r>
            <a:r>
              <a:rPr lang="en-US" sz="5400" b="1" dirty="0" err="1">
                <a:solidFill>
                  <a:schemeClr val="tx1"/>
                </a:solidFill>
                <a:latin typeface="Times New Roman" pitchFamily="18" charset="0"/>
                <a:cs typeface="Times New Roman" pitchFamily="18" charset="0"/>
              </a:rPr>
              <a:t>xin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cho</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tình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mến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chẳng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phai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ngay</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trong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hôm</a:t>
            </a:r>
            <a:r>
              <a:rPr lang="en-US" sz="5400" b="1" dirty="0">
                <a:solidFill>
                  <a:schemeClr val="tx1"/>
                </a:solidFill>
                <a:latin typeface="Times New Roman" pitchFamily="18" charset="0"/>
                <a:cs typeface="Times New Roman" pitchFamily="18" charset="0"/>
              </a:rPr>
              <a:t> nay, hay </a:t>
            </a:r>
            <a:r>
              <a:rPr lang="en-US" sz="5400" b="1" dirty="0" err="1">
                <a:solidFill>
                  <a:schemeClr val="tx1"/>
                </a:solidFill>
                <a:latin typeface="Times New Roman" pitchFamily="18" charset="0"/>
                <a:cs typeface="Times New Roman" pitchFamily="18" charset="0"/>
              </a:rPr>
              <a:t>trong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tương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lai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mến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Chúa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mãi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chẳng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phai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Mến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Chúa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chẳng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đổi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thay</a:t>
            </a:r>
            <a:r>
              <a:rPr lang="en-US" sz="5400" b="1" dirty="0">
                <a:solidFill>
                  <a:schemeClr val="tx1"/>
                </a:solidFill>
                <a:latin typeface="Times New Roman" pitchFamily="18" charset="0"/>
                <a:cs typeface="Times New Roman" pitchFamily="18" charset="0"/>
              </a:rPr>
              <a:t>. </a:t>
            </a:r>
          </a:p>
        </p:txBody>
      </p:sp>
    </p:spTree>
    <p:extLst>
      <p:ext uri="{BB962C8B-B14F-4D97-AF65-F5344CB8AC3E}">
        <p14:creationId xmlns:p14="http://schemas.microsoft.com/office/powerpoint/2010/main" val="4044769105"/>
      </p:ext>
    </p:extLst>
  </p:cSld>
  <p:clrMapOvr>
    <a:masterClrMapping/>
  </p:clrMapOvr>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a:solidFill>
                  <a:srgbClr val="FF0000"/>
                </a:solidFill>
                <a:latin typeface="Times New Roman" pitchFamily="18" charset="0"/>
                <a:cs typeface="Times New Roman" pitchFamily="18" charset="0"/>
              </a:rPr>
              <a:t>Hiệp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TÌNH CA VÔ TẬN 132</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2143125"/>
            <a:ext cx="9144000" cy="5105400"/>
          </a:xfrm>
        </p:spPr>
        <p:txBody>
          <a:bodyPr>
            <a:noAutofit/>
          </a:bodyPr>
          <a:lstStyle/>
          <a:p>
            <a:pPr algn="just">
              <a:tabLst>
                <a:tab pos="2155825" algn="l"/>
              </a:tabLst>
            </a:pPr>
            <a:r>
              <a:rPr lang="en-US" sz="5400" b="1" dirty="0">
                <a:solidFill>
                  <a:schemeClr val="tx1"/>
                </a:solidFill>
                <a:latin typeface="Times New Roman" pitchFamily="18" charset="0"/>
                <a:cs typeface="Times New Roman" pitchFamily="18" charset="0"/>
              </a:rPr>
              <a:t>3. </a:t>
            </a:r>
            <a:r>
              <a:rPr lang="en-US" sz="5400" b="1" dirty="0" err="1">
                <a:solidFill>
                  <a:schemeClr val="tx1"/>
                </a:solidFill>
                <a:latin typeface="Times New Roman" pitchFamily="18" charset="0"/>
                <a:cs typeface="Times New Roman" pitchFamily="18" charset="0"/>
              </a:rPr>
              <a:t>Tình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Ngài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như</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là</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suối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chan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chứa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mãi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mãi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chẳng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thôi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yêu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mãi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chẳng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hề</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nguôi</a:t>
            </a:r>
            <a:r>
              <a:rPr lang="en-US" sz="5400" b="1" dirty="0">
                <a:solidFill>
                  <a:schemeClr val="tx1"/>
                </a:solidFill>
                <a:latin typeface="Times New Roman" pitchFamily="18" charset="0"/>
                <a:cs typeface="Times New Roman" pitchFamily="18" charset="0"/>
              </a:rPr>
              <a:t>.</a:t>
            </a:r>
          </a:p>
        </p:txBody>
      </p:sp>
    </p:spTree>
    <p:extLst>
      <p:ext uri="{BB962C8B-B14F-4D97-AF65-F5344CB8AC3E}">
        <p14:creationId xmlns:p14="http://schemas.microsoft.com/office/powerpoint/2010/main" val="787260934"/>
      </p:ext>
    </p:extLst>
  </p:cSld>
  <p:clrMapOvr>
    <a:masterClrMapping/>
  </p:clrMapOv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a:solidFill>
                  <a:srgbClr val="FF0000"/>
                </a:solidFill>
                <a:latin typeface="Times New Roman" pitchFamily="18" charset="0"/>
                <a:cs typeface="Times New Roman" pitchFamily="18" charset="0"/>
              </a:rPr>
              <a:t>Hiệp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TÌNH CA VÔ TẬN 132</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457325"/>
            <a:ext cx="9144000" cy="5105400"/>
          </a:xfrm>
        </p:spPr>
        <p:txBody>
          <a:bodyPr>
            <a:noAutofit/>
          </a:bodyPr>
          <a:lstStyle/>
          <a:p>
            <a:pPr algn="just">
              <a:tabLst>
                <a:tab pos="2155825" algn="l"/>
              </a:tabLst>
            </a:pPr>
            <a:r>
              <a:rPr lang="en-US" sz="5400" b="1" dirty="0" err="1">
                <a:latin typeface="Times New Roman" pitchFamily="18" charset="0"/>
                <a:cs typeface="Times New Roman" pitchFamily="18" charset="0"/>
              </a:rPr>
              <a:t>Tình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như</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là</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trăng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soi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bước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lữ</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khách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lầm</a:t>
            </a:r>
            <a:r>
              <a:rPr lang="en-US" sz="5400" b="1" dirty="0">
                <a:latin typeface="Times New Roman" pitchFamily="18" charset="0"/>
                <a:cs typeface="Times New Roman" pitchFamily="18" charset="0"/>
              </a:rPr>
              <a:t> than, </a:t>
            </a:r>
            <a:r>
              <a:rPr lang="en-US" sz="5400" b="1" dirty="0" err="1">
                <a:latin typeface="Times New Roman" pitchFamily="18" charset="0"/>
                <a:cs typeface="Times New Roman" pitchFamily="18" charset="0"/>
              </a:rPr>
              <a:t>lê</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bước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trong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đêm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mù</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cô</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đơn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đôi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tay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săn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đón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theo</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từng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năm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tháng</a:t>
            </a:r>
            <a:r>
              <a:rPr lang="en-US" sz="5400" b="1" dirty="0">
                <a:latin typeface="Times New Roman" pitchFamily="18" charset="0"/>
                <a:cs typeface="Times New Roman" pitchFamily="18" charset="0"/>
              </a:rPr>
              <a:t>.</a:t>
            </a:r>
          </a:p>
        </p:txBody>
      </p:sp>
    </p:spTree>
    <p:extLst>
      <p:ext uri="{BB962C8B-B14F-4D97-AF65-F5344CB8AC3E}">
        <p14:creationId xmlns:p14="http://schemas.microsoft.com/office/powerpoint/2010/main" val="778335222"/>
      </p:ext>
    </p:extLst>
  </p:cSld>
  <p:clrMapOvr>
    <a:masterClrMapping/>
  </p:clrMapOvr>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a:solidFill>
                  <a:srgbClr val="FF0000"/>
                </a:solidFill>
                <a:latin typeface="Times New Roman" pitchFamily="18" charset="0"/>
                <a:cs typeface="Times New Roman" pitchFamily="18" charset="0"/>
              </a:rPr>
              <a:t>Hiệp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TÌNH CA VÔ TẬN 132</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90600"/>
            <a:ext cx="9144000" cy="5105400"/>
          </a:xfrm>
        </p:spPr>
        <p:txBody>
          <a:bodyPr>
            <a:noAutofit/>
          </a:bodyPr>
          <a:lstStyle/>
          <a:p>
            <a:pPr algn="just">
              <a:tabLst>
                <a:tab pos="2155825" algn="l"/>
              </a:tabLst>
            </a:pPr>
            <a:r>
              <a:rPr lang="en-US" sz="5400" b="1" dirty="0">
                <a:solidFill>
                  <a:schemeClr val="tx1"/>
                </a:solidFill>
                <a:latin typeface="Times New Roman" pitchFamily="18" charset="0"/>
                <a:cs typeface="Times New Roman" pitchFamily="18" charset="0"/>
              </a:rPr>
              <a:t>ĐK: Xin </a:t>
            </a:r>
            <a:r>
              <a:rPr lang="en-US" sz="5400" b="1" dirty="0" err="1">
                <a:solidFill>
                  <a:schemeClr val="tx1"/>
                </a:solidFill>
                <a:latin typeface="Times New Roman" pitchFamily="18" charset="0"/>
                <a:cs typeface="Times New Roman" pitchFamily="18" charset="0"/>
              </a:rPr>
              <a:t>cho</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một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trái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tim</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nồng</a:t>
            </a:r>
            <a:r>
              <a:rPr lang="en-US" sz="5400" b="1" dirty="0">
                <a:solidFill>
                  <a:schemeClr val="tx1"/>
                </a:solidFill>
                <a:latin typeface="Times New Roman" pitchFamily="18" charset="0"/>
                <a:cs typeface="Times New Roman" pitchFamily="18" charset="0"/>
              </a:rPr>
              <a:t> say, </a:t>
            </a:r>
            <a:r>
              <a:rPr lang="en-US" sz="5400" b="1" dirty="0" err="1">
                <a:solidFill>
                  <a:schemeClr val="tx1"/>
                </a:solidFill>
                <a:latin typeface="Times New Roman" pitchFamily="18" charset="0"/>
                <a:cs typeface="Times New Roman" pitchFamily="18" charset="0"/>
              </a:rPr>
              <a:t>xin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cho</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tình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mến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chẳng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phai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ngay</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trong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hôm</a:t>
            </a:r>
            <a:r>
              <a:rPr lang="en-US" sz="5400" b="1" dirty="0">
                <a:solidFill>
                  <a:schemeClr val="tx1"/>
                </a:solidFill>
                <a:latin typeface="Times New Roman" pitchFamily="18" charset="0"/>
                <a:cs typeface="Times New Roman" pitchFamily="18" charset="0"/>
              </a:rPr>
              <a:t> nay, hay </a:t>
            </a:r>
            <a:r>
              <a:rPr lang="en-US" sz="5400" b="1" dirty="0" err="1">
                <a:solidFill>
                  <a:schemeClr val="tx1"/>
                </a:solidFill>
                <a:latin typeface="Times New Roman" pitchFamily="18" charset="0"/>
                <a:cs typeface="Times New Roman" pitchFamily="18" charset="0"/>
              </a:rPr>
              <a:t>trong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tương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lai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mến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Chúa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mãi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chẳng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phai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Mến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Chúa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chẳng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đổi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thay</a:t>
            </a:r>
            <a:r>
              <a:rPr lang="en-US" sz="5400" b="1" dirty="0">
                <a:solidFill>
                  <a:schemeClr val="tx1"/>
                </a:solidFill>
                <a:latin typeface="Times New Roman" pitchFamily="18" charset="0"/>
                <a:cs typeface="Times New Roman" pitchFamily="18" charset="0"/>
              </a:rPr>
              <a:t>. </a:t>
            </a:r>
          </a:p>
        </p:txBody>
      </p:sp>
    </p:spTree>
    <p:extLst>
      <p:ext uri="{BB962C8B-B14F-4D97-AF65-F5344CB8AC3E}">
        <p14:creationId xmlns:p14="http://schemas.microsoft.com/office/powerpoint/2010/main" val="102010457"/>
      </p:ext>
    </p:extLst>
  </p:cSld>
  <p:clrMapOvr>
    <a:masterClrMapping/>
  </p:clrMapOvr>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6B1DDF-0AC4-4F64-A434-68CFF12B6709}"/>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CB146087-4C95-4621-9472-F1660C49128F}"/>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426161429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Kết</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TIẾNG HÁT THIÊN THU 485</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659130"/>
            <a:ext cx="9144000" cy="5615940"/>
          </a:xfrm>
        </p:spPr>
        <p:txBody>
          <a:bodyPr>
            <a:noAutofit/>
          </a:bodyPr>
          <a:lstStyle/>
          <a:p>
            <a:pPr algn="just"/>
            <a:r>
              <a:rPr lang="en-US" sz="5400" b="1" dirty="0">
                <a:solidFill>
                  <a:schemeClr val="tx1"/>
                </a:solidFill>
                <a:latin typeface="Times New Roman" pitchFamily="18" charset="0"/>
                <a:cs typeface="Times New Roman" pitchFamily="18" charset="0"/>
              </a:rPr>
              <a:t>ĐK: </a:t>
            </a:r>
            <a:r>
              <a:rPr lang="en-US" sz="5400" b="1" dirty="0" err="1">
                <a:solidFill>
                  <a:schemeClr val="tx1"/>
                </a:solidFill>
                <a:latin typeface="Times New Roman" pitchFamily="18" charset="0"/>
                <a:cs typeface="Times New Roman" pitchFamily="18" charset="0"/>
              </a:rPr>
              <a:t>Trọn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đời</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một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bài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hát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kinh</a:t>
            </a:r>
            <a:r>
              <a:rPr lang="en-US" sz="5400" b="1" dirty="0">
                <a:solidFill>
                  <a:schemeClr val="tx1"/>
                </a:solidFill>
                <a:latin typeface="Times New Roman" pitchFamily="18" charset="0"/>
                <a:cs typeface="Times New Roman" pitchFamily="18" charset="0"/>
              </a:rPr>
              <a:t> ca </a:t>
            </a:r>
            <a:r>
              <a:rPr lang="en-US" sz="5400" b="1" dirty="0" err="1">
                <a:solidFill>
                  <a:schemeClr val="tx1"/>
                </a:solidFill>
                <a:latin typeface="Times New Roman" pitchFamily="18" charset="0"/>
                <a:cs typeface="Times New Roman" pitchFamily="18" charset="0"/>
              </a:rPr>
              <a:t>ngợi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Tiếng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hát</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vang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tận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tới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thiên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Mẹ</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tình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thương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từ</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trời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ngút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cao</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vời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vợi</a:t>
            </a:r>
            <a:r>
              <a:rPr lang="en-US" sz="5400" b="1" dirty="0">
                <a:solidFill>
                  <a:schemeClr val="tx1"/>
                </a:solidFill>
                <a:latin typeface="Times New Roman" pitchFamily="18" charset="0"/>
                <a:cs typeface="Times New Roman" pitchFamily="18" charset="0"/>
              </a:rPr>
              <a:t>. </a:t>
            </a:r>
            <a:r>
              <a:rPr lang="en-US" sz="5400" b="1" dirty="0">
                <a:latin typeface="Times New Roman" pitchFamily="18" charset="0"/>
                <a:cs typeface="Times New Roman" pitchFamily="18" charset="0"/>
              </a:rPr>
              <a:t>Xin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đón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nhận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cả</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hồn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thơ</a:t>
            </a:r>
            <a:r>
              <a:rPr lang="en-US" sz="5400" b="1" dirty="0">
                <a:latin typeface="Times New Roman" pitchFamily="18" charset="0"/>
                <a:cs typeface="Times New Roman" pitchFamily="18" charset="0"/>
              </a:rPr>
              <a:t>. Xin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dắt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về</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chốn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quê</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cao</a:t>
            </a:r>
            <a:r>
              <a:rPr lang="en-US" sz="5400" b="1" dirty="0">
                <a:latin typeface="Times New Roman" pitchFamily="18" charset="0"/>
                <a:cs typeface="Times New Roman" pitchFamily="18" charset="0"/>
              </a:rPr>
              <a:t>.</a:t>
            </a:r>
            <a:endParaRPr lang="vi-VN" sz="5400" b="1" dirty="0">
              <a:latin typeface="Times New Roman" pitchFamily="18" charset="0"/>
              <a:cs typeface="Times New Roman" pitchFamily="18" charset="0"/>
            </a:endParaRPr>
          </a:p>
          <a:p>
            <a:pPr algn="just"/>
            <a:endParaRPr lang="vi-VN" sz="54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3094154560"/>
      </p:ext>
    </p:extLst>
  </p:cSld>
  <p:clrMapOvr>
    <a:masterClrMapping/>
  </p:clrMapOvr>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Kết</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TIẾNG HÁT THIÊN THU 485</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15240" y="1281231"/>
            <a:ext cx="9144000" cy="4219339"/>
          </a:xfrm>
        </p:spPr>
        <p:txBody>
          <a:bodyPr>
            <a:noAutofit/>
          </a:bodyPr>
          <a:lstStyle/>
          <a:p>
            <a:pPr algn="just"/>
            <a:r>
              <a:rPr lang="en-US" sz="5400" b="1" dirty="0">
                <a:solidFill>
                  <a:schemeClr val="tx1"/>
                </a:solidFill>
                <a:latin typeface="Times New Roman" pitchFamily="18" charset="0"/>
                <a:cs typeface="Times New Roman" pitchFamily="18" charset="0"/>
              </a:rPr>
              <a:t>1. </a:t>
            </a:r>
            <a:r>
              <a:rPr lang="en-US" sz="5400" b="1" dirty="0" err="1">
                <a:solidFill>
                  <a:schemeClr val="tx1"/>
                </a:solidFill>
                <a:latin typeface="Times New Roman" pitchFamily="18" charset="0"/>
                <a:cs typeface="Times New Roman" pitchFamily="18" charset="0"/>
              </a:rPr>
              <a:t>Nhìn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tr</a:t>
            </a:r>
            <a:r>
              <a:rPr lang="en-US" sz="5400" b="1" dirty="0" err="1">
                <a:latin typeface="Times New Roman" pitchFamily="18" charset="0"/>
                <a:cs typeface="Times New Roman" pitchFamily="18" charset="0"/>
              </a:rPr>
              <a:t>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cao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thăm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thẳm</a:t>
            </a:r>
            <a:r>
              <a:rPr lang="en-US" sz="5400" b="1" dirty="0">
                <a:latin typeface="Times New Roman" pitchFamily="18" charset="0"/>
                <a:cs typeface="Times New Roman" pitchFamily="18" charset="0"/>
              </a:rPr>
              <a:t> m</a:t>
            </a:r>
            <a:r>
              <a:rPr lang="vi-VN" sz="5400" b="1" dirty="0">
                <a:latin typeface="Times New Roman" pitchFamily="18" charset="0"/>
                <a:cs typeface="Times New Roman" pitchFamily="18" charset="0"/>
              </a:rPr>
              <a:t>ơ</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về</a:t>
            </a:r>
            <a:r>
              <a:rPr lang="en-US" sz="5400" b="1" dirty="0">
                <a:latin typeface="Times New Roman" pitchFamily="18" charset="0"/>
                <a:cs typeface="Times New Roman" pitchFamily="18" charset="0"/>
              </a:rPr>
              <a:t>. Xin </a:t>
            </a:r>
            <a:r>
              <a:rPr lang="en-US" sz="5400" b="1" dirty="0" err="1">
                <a:latin typeface="Times New Roman" pitchFamily="18" charset="0"/>
                <a:cs typeface="Times New Roman" pitchFamily="18" charset="0"/>
              </a:rPr>
              <a:t>đoái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nhìn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chở</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che</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năm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đời</a:t>
            </a:r>
            <a:r>
              <a:rPr lang="en-US" sz="5400" b="1" dirty="0">
                <a:latin typeface="Times New Roman" pitchFamily="18" charset="0"/>
                <a:cs typeface="Times New Roman" pitchFamily="18" charset="0"/>
              </a:rPr>
              <a:t> con. Ng</a:t>
            </a:r>
            <a:r>
              <a:rPr lang="vi-VN" sz="5400" b="1" dirty="0">
                <a:latin typeface="Times New Roman" pitchFamily="18" charset="0"/>
                <a:cs typeface="Times New Roman" pitchFamily="18" charset="0"/>
              </a:rPr>
              <a:t>ư</a:t>
            </a:r>
            <a:r>
              <a:rPr lang="en-US" sz="5400" b="1" dirty="0" err="1">
                <a:latin typeface="Times New Roman" pitchFamily="18" charset="0"/>
                <a:cs typeface="Times New Roman" pitchFamily="18" charset="0"/>
              </a:rPr>
              <a:t>ớc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trông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trời</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nhìn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theo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dáng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Mẹ</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hiền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Để</a:t>
            </a:r>
            <a:r>
              <a:rPr lang="en-US" sz="5400" b="1" dirty="0">
                <a:latin typeface="Times New Roman" pitchFamily="18" charset="0"/>
                <a:cs typeface="Times New Roman" pitchFamily="18" charset="0"/>
              </a:rPr>
              <a:t> m</a:t>
            </a:r>
            <a:r>
              <a:rPr lang="vi-VN" sz="5400" b="1" dirty="0">
                <a:latin typeface="Times New Roman" pitchFamily="18" charset="0"/>
                <a:cs typeface="Times New Roman" pitchFamily="18" charset="0"/>
              </a:rPr>
              <a:t>ơ</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về</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quê</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sống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vui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bên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Mẹ</a:t>
            </a:r>
            <a:r>
              <a:rPr lang="en-US" sz="5400" b="1" dirty="0">
                <a:latin typeface="Times New Roman" pitchFamily="18" charset="0"/>
                <a:cs typeface="Times New Roman" pitchFamily="18" charset="0"/>
              </a:rPr>
              <a:t>.</a:t>
            </a:r>
            <a:endParaRPr lang="vi-VN" sz="54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340774709"/>
      </p:ext>
    </p:extLst>
  </p:cSld>
  <p:clrMapOvr>
    <a:masterClrMapping/>
  </p:clrMapOvr>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Kết</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TIẾNG HÁT THIÊN THU 485</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659130"/>
            <a:ext cx="9144000" cy="5615940"/>
          </a:xfrm>
        </p:spPr>
        <p:txBody>
          <a:bodyPr>
            <a:noAutofit/>
          </a:bodyPr>
          <a:lstStyle/>
          <a:p>
            <a:pPr algn="just"/>
            <a:r>
              <a:rPr lang="en-US" sz="5400" b="1" dirty="0">
                <a:solidFill>
                  <a:schemeClr val="tx1"/>
                </a:solidFill>
                <a:latin typeface="Times New Roman" pitchFamily="18" charset="0"/>
                <a:cs typeface="Times New Roman" pitchFamily="18" charset="0"/>
              </a:rPr>
              <a:t>ĐK: </a:t>
            </a:r>
            <a:r>
              <a:rPr lang="en-US" sz="5400" b="1" dirty="0" err="1">
                <a:solidFill>
                  <a:schemeClr val="tx1"/>
                </a:solidFill>
                <a:latin typeface="Times New Roman" pitchFamily="18" charset="0"/>
                <a:cs typeface="Times New Roman" pitchFamily="18" charset="0"/>
              </a:rPr>
              <a:t>Trọn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đời</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một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bài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hát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kinh</a:t>
            </a:r>
            <a:r>
              <a:rPr lang="en-US" sz="5400" b="1" dirty="0">
                <a:solidFill>
                  <a:schemeClr val="tx1"/>
                </a:solidFill>
                <a:latin typeface="Times New Roman" pitchFamily="18" charset="0"/>
                <a:cs typeface="Times New Roman" pitchFamily="18" charset="0"/>
              </a:rPr>
              <a:t> ca </a:t>
            </a:r>
            <a:r>
              <a:rPr lang="en-US" sz="5400" b="1" dirty="0" err="1">
                <a:solidFill>
                  <a:schemeClr val="tx1"/>
                </a:solidFill>
                <a:latin typeface="Times New Roman" pitchFamily="18" charset="0"/>
                <a:cs typeface="Times New Roman" pitchFamily="18" charset="0"/>
              </a:rPr>
              <a:t>ngợi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Tiếng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hát</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vang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tận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tới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thiên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Mẹ</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tình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thương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từ</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trời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ngút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cao</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vời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vợi</a:t>
            </a:r>
            <a:r>
              <a:rPr lang="en-US" sz="5400" b="1" dirty="0">
                <a:solidFill>
                  <a:schemeClr val="tx1"/>
                </a:solidFill>
                <a:latin typeface="Times New Roman" pitchFamily="18" charset="0"/>
                <a:cs typeface="Times New Roman" pitchFamily="18" charset="0"/>
              </a:rPr>
              <a:t>. </a:t>
            </a:r>
            <a:r>
              <a:rPr lang="en-US" sz="5400" b="1" dirty="0">
                <a:latin typeface="Times New Roman" pitchFamily="18" charset="0"/>
                <a:cs typeface="Times New Roman" pitchFamily="18" charset="0"/>
              </a:rPr>
              <a:t>Xin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đón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nhận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cả</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hồn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thơ</a:t>
            </a:r>
            <a:r>
              <a:rPr lang="en-US" sz="5400" b="1" dirty="0">
                <a:latin typeface="Times New Roman" pitchFamily="18" charset="0"/>
                <a:cs typeface="Times New Roman" pitchFamily="18" charset="0"/>
              </a:rPr>
              <a:t>. Xin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dắt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về</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chốn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quê</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cao</a:t>
            </a:r>
            <a:r>
              <a:rPr lang="en-US" sz="5400" b="1" dirty="0">
                <a:latin typeface="Times New Roman" pitchFamily="18" charset="0"/>
                <a:cs typeface="Times New Roman" pitchFamily="18" charset="0"/>
              </a:rPr>
              <a:t>.</a:t>
            </a:r>
            <a:endParaRPr lang="vi-VN" sz="5400" b="1" dirty="0">
              <a:latin typeface="Times New Roman" pitchFamily="18" charset="0"/>
              <a:cs typeface="Times New Roman" pitchFamily="18" charset="0"/>
            </a:endParaRPr>
          </a:p>
          <a:p>
            <a:pPr algn="just"/>
            <a:endParaRPr lang="vi-VN" sz="54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2661748967"/>
      </p:ext>
    </p:extLst>
  </p:cSld>
  <p:clrMapOvr>
    <a:masterClrMapping/>
  </p:clrMapOvr>
  <p:transition/>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6222</TotalTime>
  <Words>1177</Words>
  <Application>Microsoft Office PowerPoint</Application>
  <PresentationFormat>On-screen Show (4:3)</PresentationFormat>
  <Paragraphs>59</Paragraphs>
  <Slides>30</Slides>
  <Notes>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30</vt:i4>
      </vt:variant>
    </vt:vector>
  </HeadingPairs>
  <TitlesOfParts>
    <vt:vector size="35" baseType="lpstr">
      <vt:lpstr>Arial</vt:lpstr>
      <vt:lpstr>Calibri</vt:lpstr>
      <vt:lpstr>Calibri Light</vt:lpstr>
      <vt:lpstr>Times New Roman</vt:lpstr>
      <vt:lpstr>Office Theme</vt:lpstr>
      <vt:lpstr>KINH CẦU CHO ĐẠI DỊCH</vt:lpstr>
      <vt:lpstr>KINH CẦU CHO ĐẠI DỊCH</vt:lpstr>
      <vt:lpstr>KINH CẦU CHO ĐẠI DỊCH</vt:lpstr>
      <vt:lpstr>KINH CẦU CHO ĐẠI DỊCH</vt:lpstr>
      <vt:lpstr>KINH CẦU CHO ĐẠI DỊCH</vt:lpstr>
      <vt:lpstr>KINH CẦU CHO ĐẠI DỊCH</vt:lpstr>
      <vt:lpstr>PowerPoint Presentation</vt:lpstr>
      <vt:lpstr>Nhập Lễ                                        CHUNG LỜI TẠ ƠN 16</vt:lpstr>
      <vt:lpstr>Nhập Lễ                                        CHUNG LỜI TẠ ƠN 16</vt:lpstr>
      <vt:lpstr>Nhập Lễ                                        CHUNG LỜI TẠ ƠN 16</vt:lpstr>
      <vt:lpstr>PowerPoint Presentation</vt:lpstr>
      <vt:lpstr>PowerPoint Presentation</vt:lpstr>
      <vt:lpstr>Dâng Lễ                                            DÂNG LÊN CHÚA 2 (74)</vt:lpstr>
      <vt:lpstr>Dâng Lễ                                            DÂNG LÊN CHÚA 2 (74)</vt:lpstr>
      <vt:lpstr>Dâng Lễ                                            DÂNG LÊN CHÚA 2 (74)</vt:lpstr>
      <vt:lpstr>Dâng Lễ                                            DÂNG LÊN CHÚA 2 (74)</vt:lpstr>
      <vt:lpstr>Ca hiệp lễ</vt:lpstr>
      <vt:lpstr>Hiệp Lễ                                          TÌNH CA VÔ TẬN 132</vt:lpstr>
      <vt:lpstr>Hiệp Lễ                                          TÌNH CA VÔ TẬN 132</vt:lpstr>
      <vt:lpstr>Hiệp Lễ                                          TÌNH CA VÔ TẬN 132</vt:lpstr>
      <vt:lpstr>Hiệp Lễ                                          TÌNH CA VÔ TẬN 132</vt:lpstr>
      <vt:lpstr>Hiệp Lễ                                          TÌNH CA VÔ TẬN 132</vt:lpstr>
      <vt:lpstr>Hiệp Lễ                                          TÌNH CA VÔ TẬN 132</vt:lpstr>
      <vt:lpstr>Hiệp Lễ                                          TÌNH CA VÔ TẬN 132</vt:lpstr>
      <vt:lpstr>Hiệp Lễ                                          TÌNH CA VÔ TẬN 132</vt:lpstr>
      <vt:lpstr>Hiệp Lễ                                          TÌNH CA VÔ TẬN 132</vt:lpstr>
      <vt:lpstr>PowerPoint Presentation</vt:lpstr>
      <vt:lpstr>Kết lễ                                     TIẾNG HÁT THIÊN THU 485</vt:lpstr>
      <vt:lpstr>Kết lễ                                     TIẾNG HÁT THIÊN THU 485</vt:lpstr>
      <vt:lpstr>Kết lễ                                     TIẾNG HÁT THIÊN THU 485</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Nhập Lễ                                    BÀI CA NGÀN TRÙNG 499</dc:title>
  <dc:creator>Anh Tran</dc:creator>
  <cp:lastModifiedBy>Anh</cp:lastModifiedBy>
  <cp:revision>1569</cp:revision>
  <dcterms:created xsi:type="dcterms:W3CDTF">2018-09-17T12:52:44Z</dcterms:created>
  <dcterms:modified xsi:type="dcterms:W3CDTF">2021-05-19T16:18:51Z</dcterms:modified>
</cp:coreProperties>
</file>