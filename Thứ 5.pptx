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9"/>
  </p:notesMasterIdLst>
  <p:sldIdLst>
    <p:sldId id="4112" r:id="rId2"/>
    <p:sldId id="4113" r:id="rId3"/>
    <p:sldId id="4114" r:id="rId4"/>
    <p:sldId id="4115" r:id="rId5"/>
    <p:sldId id="4116" r:id="rId6"/>
    <p:sldId id="4117" r:id="rId7"/>
    <p:sldId id="4372" r:id="rId8"/>
    <p:sldId id="3209" r:id="rId9"/>
    <p:sldId id="3210" r:id="rId10"/>
    <p:sldId id="4913" r:id="rId11"/>
    <p:sldId id="1522" r:id="rId12"/>
    <p:sldId id="3729" r:id="rId13"/>
    <p:sldId id="1621" r:id="rId14"/>
    <p:sldId id="1622" r:id="rId15"/>
    <p:sldId id="4914" r:id="rId16"/>
    <p:sldId id="3815" r:id="rId17"/>
    <p:sldId id="4915" r:id="rId18"/>
    <p:sldId id="4106" r:id="rId19"/>
    <p:sldId id="2831" r:id="rId20"/>
    <p:sldId id="2832" r:id="rId21"/>
    <p:sldId id="2833" r:id="rId22"/>
    <p:sldId id="2834" r:id="rId23"/>
    <p:sldId id="2835" r:id="rId24"/>
    <p:sldId id="4916" r:id="rId25"/>
    <p:sldId id="4925" r:id="rId26"/>
    <p:sldId id="4926" r:id="rId27"/>
    <p:sldId id="4919" r:id="rId28"/>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99" autoAdjust="0"/>
    <p:restoredTop sz="94660"/>
  </p:normalViewPr>
  <p:slideViewPr>
    <p:cSldViewPr snapToGrid="0">
      <p:cViewPr varScale="1">
        <p:scale>
          <a:sx n="77" d="100"/>
          <a:sy n="77" d="100"/>
        </p:scale>
        <p:origin x="1642" y="5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05/01/2021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12346556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20</a:t>
            </a:fld>
            <a:endParaRPr lang="en-US"/>
          </a:p>
        </p:txBody>
      </p:sp>
    </p:spTree>
    <p:extLst>
      <p:ext uri="{BB962C8B-B14F-4D97-AF65-F5344CB8AC3E}">
        <p14:creationId xmlns:p14="http://schemas.microsoft.com/office/powerpoint/2010/main" val="22978211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21</a:t>
            </a:fld>
            <a:endParaRPr lang="en-US"/>
          </a:p>
        </p:txBody>
      </p:sp>
    </p:spTree>
    <p:extLst>
      <p:ext uri="{BB962C8B-B14F-4D97-AF65-F5344CB8AC3E}">
        <p14:creationId xmlns:p14="http://schemas.microsoft.com/office/powerpoint/2010/main" val="12595798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22</a:t>
            </a:fld>
            <a:endParaRPr lang="en-US"/>
          </a:p>
        </p:txBody>
      </p:sp>
    </p:spTree>
    <p:extLst>
      <p:ext uri="{BB962C8B-B14F-4D97-AF65-F5344CB8AC3E}">
        <p14:creationId xmlns:p14="http://schemas.microsoft.com/office/powerpoint/2010/main" val="503479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23</a:t>
            </a:fld>
            <a:endParaRPr lang="en-US"/>
          </a:p>
        </p:txBody>
      </p:sp>
    </p:spTree>
    <p:extLst>
      <p:ext uri="{BB962C8B-B14F-4D97-AF65-F5344CB8AC3E}">
        <p14:creationId xmlns:p14="http://schemas.microsoft.com/office/powerpoint/2010/main" val="2460877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24</a:t>
            </a:fld>
            <a:endParaRPr lang="en-US"/>
          </a:p>
        </p:txBody>
      </p:sp>
    </p:spTree>
    <p:extLst>
      <p:ext uri="{BB962C8B-B14F-4D97-AF65-F5344CB8AC3E}">
        <p14:creationId xmlns:p14="http://schemas.microsoft.com/office/powerpoint/2010/main" val="2133610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05/01/2021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05/01/2021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vi-VN" sz="5400" b="1" dirty="0">
                <a:latin typeface="+mj-lt"/>
              </a:rPr>
              <a:t>ĐK: Hãy đến tung hô Chúa reo mừng Đấng Cứu thoát ta, nào cùng đến trước thiên nhan, nào cùng đến trước Thiên Nhan dâng lời cảm tạ và tung hô Chúa.</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453438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vi-VN" sz="5400" b="1" dirty="0">
                <a:latin typeface="+mj-lt"/>
              </a:rPr>
              <a:t>1. Chúa là nguồn quang minh tâm trí con sáng soi trên đường thế gian mịt mùng. Dìu con tiến bước về nơi ước mong dẫu ngàn nguy khó rắc gieo trên đường.</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422883143"/>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ĐẾN (50)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41730"/>
            <a:ext cx="9144000" cy="6391564"/>
          </a:xfrm>
        </p:spPr>
        <p:txBody>
          <a:bodyPr>
            <a:noAutofit/>
          </a:bodyPr>
          <a:lstStyle/>
          <a:p>
            <a:pPr algn="just"/>
            <a:r>
              <a:rPr lang="vi-VN" sz="5400" b="1" dirty="0">
                <a:latin typeface="+mj-lt"/>
              </a:rPr>
              <a:t>ĐK: Hãy đến tung hô Chúa reo mừng Đấng Cứu thoát ta, nào cùng đến trước thiên nhan, nào cùng đến trước Thiên Nhan dâng lời cảm tạ và tung hô Chúa.</a:t>
            </a:r>
            <a:endParaRPr lang="vi-VN" sz="857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433386071"/>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77101"/>
            <a:ext cx="9144000" cy="4298129"/>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khắp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mặt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a:t>
            </a:r>
          </a:p>
        </p:txBody>
      </p:sp>
      <p:sp>
        <p:nvSpPr>
          <p:cNvPr id="4" name="Subtitle 2"/>
          <p:cNvSpPr txBox="1">
            <a:spLocks/>
          </p:cNvSpPr>
          <p:nvPr/>
        </p:nvSpPr>
        <p:spPr>
          <a:xfrm>
            <a:off x="-670560" y="3791900"/>
            <a:ext cx="9144000" cy="692218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14151938"/>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9428" y="181849"/>
            <a:ext cx="9144000" cy="6091148"/>
          </a:xfrm>
        </p:spPr>
        <p:txBody>
          <a:bodyPr>
            <a:noAutofit/>
          </a:bodyPr>
          <a:lstStyle/>
          <a:p>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Giê-su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giảng</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n</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bệnh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a:p>
            <a:pPr algn="just"/>
            <a:endParaRPr lang="en-US" sz="5400" b="1" dirty="0">
              <a:latin typeface="Times New Roman" panose="02020603050405020304" pitchFamily="18" charset="0"/>
              <a:cs typeface="Times New Roman" panose="02020603050405020304" pitchFamily="18" charset="0"/>
            </a:endParaRPr>
          </a:p>
        </p:txBody>
      </p:sp>
      <p:sp>
        <p:nvSpPr>
          <p:cNvPr id="4" name="Subtitle 2"/>
          <p:cNvSpPr txBox="1">
            <a:spLocks/>
          </p:cNvSpPr>
          <p:nvPr/>
        </p:nvSpPr>
        <p:spPr>
          <a:xfrm>
            <a:off x="-670560" y="3791900"/>
            <a:ext cx="9144000" cy="692218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10103324"/>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TẤM BÁNH LY RƯỢU 97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0492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giọt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72428975"/>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TẤM BÁNH LY RƯỢU 97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6685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vật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đoàn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lễ</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51708569"/>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TẤM BÁNH LY RƯỢU 97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0492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giọt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66257452"/>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TẤM BÁNH LY RƯỢU 97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6685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khối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say </a:t>
            </a:r>
            <a:r>
              <a:rPr lang="en-US" sz="5400" b="1" dirty="0" err="1">
                <a:latin typeface="Times New Roman" panose="02020603050405020304" pitchFamily="18" charset="0"/>
                <a:cs typeface="Times New Roman" panose="02020603050405020304" pitchFamily="18" charset="0"/>
              </a:rPr>
              <a:t>mê</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lý</a:t>
            </a:r>
            <a:r>
              <a:rPr lang="en-US" sz="5400" b="1" dirty="0">
                <a:latin typeface="Times New Roman" panose="02020603050405020304" pitchFamily="18" charset="0"/>
                <a:cs typeface="Times New Roman" panose="02020603050405020304" pitchFamily="18" charset="0"/>
              </a:rPr>
              <a:t>. Xin </a:t>
            </a:r>
            <a:r>
              <a:rPr lang="en-US" sz="5400" b="1" dirty="0" err="1">
                <a:latin typeface="Times New Roman" panose="02020603050405020304" pitchFamily="18" charset="0"/>
                <a:cs typeface="Times New Roman" panose="02020603050405020304" pitchFamily="18" charset="0"/>
              </a:rPr>
              <a:t>sáng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đẹp</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dấu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bước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23690965"/>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TẤM BÁNH LY RƯỢU 97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04925"/>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giọt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ước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43927291"/>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21485"/>
            <a:ext cx="9144000" cy="6177534"/>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Một</a:t>
            </a:r>
            <a:r>
              <a:rPr lang="en-US" sz="5400" b="1" dirty="0">
                <a:latin typeface="Times New Roman" panose="02020603050405020304" pitchFamily="18" charset="0"/>
                <a:cs typeface="Times New Roman" panose="02020603050405020304" pitchFamily="18" charset="0"/>
              </a:rPr>
              <a:t>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phàm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ta.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1600"/>
            <a:ext cx="8991600" cy="6248400"/>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mục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tử</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dẫn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chỉ</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đường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tay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nào</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thiếu</a:t>
            </a:r>
            <a:r>
              <a:rPr lang="en-US" sz="5400" b="1" dirty="0">
                <a:solidFill>
                  <a:schemeClr val="tx1"/>
                </a:solidFill>
                <a:latin typeface="Times New Roman" pitchFamily="18" charset="0"/>
                <a:cs typeface="Times New Roman" pitchFamily="18" charset="0"/>
              </a:rPr>
              <a:t> chi con </a:t>
            </a:r>
            <a:r>
              <a:rPr lang="en-US" sz="5400" b="1" dirty="0" err="1">
                <a:solidFill>
                  <a:schemeClr val="tx1"/>
                </a:solidFill>
                <a:latin typeface="Times New Roman" pitchFamily="18" charset="0"/>
                <a:cs typeface="Times New Roman" pitchFamily="18" charset="0"/>
              </a:rPr>
              <a:t>sợ</a:t>
            </a:r>
            <a:r>
              <a:rPr lang="en-US" sz="5400" b="1" dirty="0">
                <a:solidFill>
                  <a:schemeClr val="tx1"/>
                </a:solidFill>
                <a:latin typeface="Times New Roman" pitchFamily="18" charset="0"/>
                <a:cs typeface="Times New Roman" pitchFamily="18" charset="0"/>
              </a:rPr>
              <a:t> chi? </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LÀ MỤC TỬ 188</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515070560"/>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1600"/>
            <a:ext cx="8991600" cy="6248400"/>
          </a:xfrm>
        </p:spPr>
        <p:txBody>
          <a:bodyPr>
            <a:noAutofit/>
          </a:bodyPr>
          <a:lstStyle/>
          <a:p>
            <a:pPr algn="just"/>
            <a:r>
              <a:rPr lang="en-US" sz="5400" b="1" dirty="0" err="1">
                <a:solidFill>
                  <a:schemeClr val="tx1"/>
                </a:solidFill>
                <a:latin typeface="Times New Roman" pitchFamily="18" charset="0"/>
                <a:cs typeface="Times New Roman" pitchFamily="18" charset="0"/>
              </a:rPr>
              <a:t>Cỏ</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tươi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rợn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đồng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xanh</a:t>
            </a:r>
            <a:r>
              <a:rPr lang="en-US" sz="5400" b="1" dirty="0">
                <a:solidFill>
                  <a:schemeClr val="tx1"/>
                </a:solidFill>
                <a:latin typeface="Times New Roman" pitchFamily="18" charset="0"/>
                <a:cs typeface="Times New Roman" pitchFamily="18" charset="0"/>
              </a:rPr>
              <a:t> con no </a:t>
            </a:r>
            <a:r>
              <a:rPr lang="en-US" sz="5400" b="1" dirty="0" err="1">
                <a:solidFill>
                  <a:schemeClr val="tx1"/>
                </a:solidFill>
                <a:latin typeface="Times New Roman" pitchFamily="18" charset="0"/>
                <a:cs typeface="Times New Roman" pitchFamily="18" charset="0"/>
              </a:rPr>
              <a:t>thỏa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không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thiếu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nữa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Suối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trường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sinh</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nghỉ</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uống</a:t>
            </a:r>
            <a:r>
              <a:rPr lang="en-US" sz="5400" b="1" dirty="0">
                <a:solidFill>
                  <a:schemeClr val="tx1"/>
                </a:solidFill>
                <a:latin typeface="Times New Roman" pitchFamily="18" charset="0"/>
                <a:cs typeface="Times New Roman" pitchFamily="18" charset="0"/>
              </a:rPr>
              <a:t> no </a:t>
            </a:r>
            <a:r>
              <a:rPr lang="en-US" sz="5400" b="1" dirty="0" err="1">
                <a:solidFill>
                  <a:schemeClr val="tx1"/>
                </a:solidFill>
                <a:latin typeface="Times New Roman" pitchFamily="18" charset="0"/>
                <a:cs typeface="Times New Roman" pitchFamily="18" charset="0"/>
              </a:rPr>
              <a:t>đầy</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LÀ MỤC TỬ 188</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473549832"/>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30150"/>
            <a:ext cx="9124406" cy="6248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dẫn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đồng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nội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suối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bóng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uống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thảnh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sướng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tay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dẫn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suối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cỏ</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xanh</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thiếu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gì</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LÀ MỤC TỬ 188</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12651309"/>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1600"/>
            <a:ext cx="8991600" cy="6248400"/>
          </a:xfrm>
        </p:spPr>
        <p:txBody>
          <a:bodyPr>
            <a:noAutofit/>
          </a:bodyPr>
          <a:lstStyle/>
          <a:p>
            <a:pPr algn="just"/>
            <a:r>
              <a:rPr lang="en-US" sz="5400" b="1" dirty="0">
                <a:solidFill>
                  <a:schemeClr val="tx1"/>
                </a:solidFill>
                <a:latin typeface="Times New Roman" pitchFamily="18" charset="0"/>
                <a:cs typeface="Times New Roman" pitchFamily="18" charset="0"/>
              </a:rPr>
              <a:t>2.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mục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tử</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dẫn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dắt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lần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theo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lối</a:t>
            </a:r>
            <a:r>
              <a:rPr lang="en-US" sz="5400" b="1" dirty="0">
                <a:solidFill>
                  <a:schemeClr val="tx1"/>
                </a:solidFill>
                <a:latin typeface="Times New Roman" pitchFamily="18" charset="0"/>
                <a:cs typeface="Times New Roman" pitchFamily="18" charset="0"/>
              </a:rPr>
              <a:t>. Cho con </a:t>
            </a:r>
            <a:r>
              <a:rPr lang="en-US" sz="5400" b="1" dirty="0" err="1">
                <a:solidFill>
                  <a:schemeClr val="tx1"/>
                </a:solidFill>
                <a:latin typeface="Times New Roman" pitchFamily="18" charset="0"/>
                <a:cs typeface="Times New Roman" pitchFamily="18" charset="0"/>
              </a:rPr>
              <a:t>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danh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không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vương</a:t>
            </a:r>
            <a:r>
              <a:rPr lang="en-US" sz="5400" b="1" dirty="0">
                <a:latin typeface="Times New Roman" pitchFamily="18" charset="0"/>
                <a:cs typeface="Times New Roman" pitchFamily="18" charset="0"/>
              </a:rPr>
              <a:t>. </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LÀ MỤC TỬ 188</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79332439"/>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371600"/>
            <a:ext cx="8991600" cy="6248400"/>
          </a:xfrm>
        </p:spPr>
        <p:txBody>
          <a:bodyPr>
            <a:noAutofit/>
          </a:bodyPr>
          <a:lstStyle/>
          <a:p>
            <a:pPr algn="just"/>
            <a:r>
              <a:rPr lang="en-US" sz="5400" b="1" dirty="0" err="1">
                <a:latin typeface="Times New Roman" pitchFamily="18" charset="0"/>
                <a:cs typeface="Times New Roman" pitchFamily="18" charset="0"/>
              </a:rPr>
              <a:t>Tối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tăm</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sợ</a:t>
            </a:r>
            <a:r>
              <a:rPr lang="en-US" sz="5400" b="1" dirty="0">
                <a:latin typeface="Times New Roman" pitchFamily="18" charset="0"/>
                <a:cs typeface="Times New Roman" pitchFamily="18" charset="0"/>
              </a:rPr>
              <a:t> chi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có</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với</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bước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tay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gậy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Người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dẫn</a:t>
            </a:r>
            <a:r>
              <a:rPr lang="en-US" sz="5400" b="1" dirty="0">
                <a:latin typeface="Times New Roman" pitchFamily="18" charset="0"/>
                <a:cs typeface="Times New Roman" pitchFamily="18" charset="0"/>
              </a:rPr>
              <a:t> an </a:t>
            </a:r>
            <a:r>
              <a:rPr lang="en-US" sz="5400" b="1" dirty="0" err="1">
                <a:latin typeface="Times New Roman" pitchFamily="18" charset="0"/>
                <a:cs typeface="Times New Roman" pitchFamily="18" charset="0"/>
              </a:rPr>
              <a:t>lòng</a:t>
            </a:r>
            <a:r>
              <a:rPr lang="en-US" sz="5400" b="1" dirty="0">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LÀ MỤC TỬ 188</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21284715"/>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30150"/>
            <a:ext cx="9124406" cy="6248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dẫn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đồng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nội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suối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bóng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tới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uống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thảnh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sướng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tay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dẫn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suối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cỏ</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xanh</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thiếu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gì</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Nhập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CHÚA LÀ MỤC TỬ 188</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14470748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4691" y="148631"/>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NOEL VỀ (368)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97330"/>
            <a:ext cx="9144000" cy="5615940"/>
          </a:xfrm>
        </p:spPr>
        <p:txBody>
          <a:bodyPr>
            <a:noAutofit/>
          </a:bodyPr>
          <a:lstStyle/>
          <a:p>
            <a:pPr algn="just"/>
            <a:r>
              <a:rPr lang="en-US" sz="5400" b="1" dirty="0">
                <a:latin typeface="Times New Roman" panose="02020603050405020304" pitchFamily="18" charset="0"/>
                <a:cs typeface="Times New Roman" panose="02020603050405020304" pitchFamily="18" charset="0"/>
              </a:rPr>
              <a:t>3. Say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nghiêng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hang </a:t>
            </a:r>
            <a:r>
              <a:rPr lang="en-US" sz="5400" b="1" dirty="0" err="1">
                <a:latin typeface="Times New Roman" panose="02020603050405020304" pitchFamily="18" charset="0"/>
                <a:cs typeface="Times New Roman" panose="02020603050405020304" pitchFamily="18" charset="0"/>
              </a:rPr>
              <a:t>đá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xinh</a:t>
            </a:r>
            <a:r>
              <a:rPr lang="en-US" sz="5400" b="1" dirty="0">
                <a:latin typeface="Times New Roman" panose="02020603050405020304" pitchFamily="18" charset="0"/>
                <a:cs typeface="Times New Roman" panose="02020603050405020304" pitchFamily="18" charset="0"/>
              </a:rPr>
              <a:t>. Cho con </a:t>
            </a:r>
            <a:r>
              <a:rPr lang="en-US" sz="5400" b="1" dirty="0" err="1">
                <a:latin typeface="Times New Roman" panose="02020603050405020304" pitchFamily="18" charset="0"/>
                <a:cs typeface="Times New Roman" panose="02020603050405020304" pitchFamily="18" charset="0"/>
              </a:rPr>
              <a:t>hiểu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đổi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son </a:t>
            </a:r>
            <a:r>
              <a:rPr lang="en-US" sz="5400" b="1" dirty="0" err="1">
                <a:latin typeface="Times New Roman" panose="02020603050405020304" pitchFamily="18" charset="0"/>
                <a:cs typeface="Times New Roman" panose="02020603050405020304" pitchFamily="18" charset="0"/>
              </a:rPr>
              <a:t>sắt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niềm</a:t>
            </a:r>
            <a:r>
              <a:rPr lang="en-US" sz="5400" b="1" dirty="0">
                <a:latin typeface="Times New Roman" panose="02020603050405020304" pitchFamily="18" charset="0"/>
                <a:cs typeface="Times New Roman" panose="02020603050405020304" pitchFamily="18" charset="0"/>
              </a:rPr>
              <a:t> tin.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1853762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4691" y="148631"/>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NOEL VỀ (368)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97330"/>
            <a:ext cx="9144000" cy="5615940"/>
          </a:xfrm>
        </p:spPr>
        <p:txBody>
          <a:bodyPr>
            <a:noAutofit/>
          </a:bodyPr>
          <a:lstStyle/>
          <a:p>
            <a:pPr algn="just"/>
            <a:r>
              <a:rPr lang="en-US" sz="5400" b="1" dirty="0">
                <a:latin typeface="Times New Roman" panose="02020603050405020304" pitchFamily="18" charset="0"/>
                <a:cs typeface="Times New Roman" panose="02020603050405020304" pitchFamily="18" charset="0"/>
              </a:rPr>
              <a:t>Xin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đ</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dìu</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dấu</a:t>
            </a:r>
            <a:r>
              <a:rPr lang="en-US" sz="5400" b="1" dirty="0">
                <a:latin typeface="Times New Roman" panose="02020603050405020304" pitchFamily="18" charset="0"/>
                <a:cs typeface="Times New Roman" panose="02020603050405020304" pitchFamily="18" charset="0"/>
              </a:rPr>
              <a:t>. Tri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để</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quê</a:t>
            </a:r>
            <a:r>
              <a:rPr lang="en-US" sz="5400" b="1" dirty="0">
                <a:latin typeface="Times New Roman" panose="02020603050405020304" pitchFamily="18" charset="0"/>
                <a:cs typeface="Times New Roman" panose="02020603050405020304" pitchFamily="18" charset="0"/>
              </a:rPr>
              <a:t> h</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ơng</a:t>
            </a:r>
            <a:r>
              <a:rPr lang="en-US" sz="5400" b="1" dirty="0">
                <a:latin typeface="Times New Roman" panose="02020603050405020304" pitchFamily="18" charset="0"/>
                <a:cs typeface="Times New Roman" panose="02020603050405020304" pitchFamily="18" charset="0"/>
              </a:rPr>
              <a:t> tr</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62463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24691" y="148631"/>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NOEL VỀ (368)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260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bài</a:t>
            </a:r>
            <a:r>
              <a:rPr lang="en-US" sz="5400" b="1" dirty="0">
                <a:latin typeface="Times New Roman" panose="02020603050405020304" pitchFamily="18" charset="0"/>
                <a:cs typeface="Times New Roman" panose="02020603050405020304" pitchFamily="18" charset="0"/>
              </a:rPr>
              <a:t> ca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say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yêu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61318582"/>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3930</TotalTime>
  <Words>1068</Words>
  <Application>Microsoft Office PowerPoint</Application>
  <PresentationFormat>On-screen Show (4:3)</PresentationFormat>
  <Paragraphs>58</Paragraphs>
  <Slides>27</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HÃY ĐẾN (50)</vt:lpstr>
      <vt:lpstr>Nhập Lễ                                               HÃY ĐẾN (50)</vt:lpstr>
      <vt:lpstr>Nhập Lễ                                               HÃY ĐẾN (50)</vt:lpstr>
      <vt:lpstr>PowerPoint Presentation</vt:lpstr>
      <vt:lpstr>PowerPoint Presentation</vt:lpstr>
      <vt:lpstr>Dâng Lễ                                    TẤM BÁNH LY RƯỢU 97</vt:lpstr>
      <vt:lpstr>Dâng Lễ                                    TẤM BÁNH LY RƯỢU 97</vt:lpstr>
      <vt:lpstr>Dâng Lễ                                    TẤM BÁNH LY RƯỢU 97</vt:lpstr>
      <vt:lpstr>Dâng Lễ                                    TẤM BÁNH LY RƯỢU 97</vt:lpstr>
      <vt:lpstr>Dâng Lễ                                    TẤM BÁNH LY RƯỢU 97</vt:lpstr>
      <vt:lpstr>CA HIỆP LỄ</vt:lpstr>
      <vt:lpstr>Nhập Lễ                                  CHÚA LÀ MỤC TỬ 188</vt:lpstr>
      <vt:lpstr>Nhập Lễ                                  CHÚA LÀ MỤC TỬ 188</vt:lpstr>
      <vt:lpstr>Nhập Lễ                                  CHÚA LÀ MỤC TỬ 188</vt:lpstr>
      <vt:lpstr>Nhập Lễ                                  CHÚA LÀ MỤC TỬ 188</vt:lpstr>
      <vt:lpstr>Nhập Lễ                                  CHÚA LÀ MỤC TỬ 188</vt:lpstr>
      <vt:lpstr>Nhập Lễ                                  CHÚA LÀ MỤC TỬ 188</vt:lpstr>
      <vt:lpstr>Nhập Lễ                                                   NOEL VỀ (368)</vt:lpstr>
      <vt:lpstr>Nhập Lễ                                                   NOEL VỀ (368)</vt:lpstr>
      <vt:lpstr>Nhập Lễ                                                   NOEL VỀ (368)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cp:lastModifiedBy>
  <cp:revision>1312</cp:revision>
  <dcterms:created xsi:type="dcterms:W3CDTF">2018-09-17T12:52:44Z</dcterms:created>
  <dcterms:modified xsi:type="dcterms:W3CDTF">2021-01-04T17:33:58Z</dcterms:modified>
</cp:coreProperties>
</file>