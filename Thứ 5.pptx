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4810" r:id="rId2"/>
    <p:sldId id="4811" r:id="rId3"/>
    <p:sldId id="4812" r:id="rId4"/>
    <p:sldId id="4813" r:id="rId5"/>
    <p:sldId id="4814" r:id="rId6"/>
    <p:sldId id="4815" r:id="rId7"/>
    <p:sldId id="5163" r:id="rId8"/>
    <p:sldId id="3209" r:id="rId9"/>
    <p:sldId id="3210" r:id="rId10"/>
    <p:sldId id="5201" r:id="rId11"/>
    <p:sldId id="5016" r:id="rId12"/>
    <p:sldId id="5017" r:id="rId13"/>
    <p:sldId id="3098" r:id="rId14"/>
    <p:sldId id="5202" r:id="rId15"/>
    <p:sldId id="5208" r:id="rId16"/>
    <p:sldId id="4106" r:id="rId17"/>
    <p:sldId id="2196" r:id="rId18"/>
    <p:sldId id="2197" r:id="rId19"/>
    <p:sldId id="2198" r:id="rId20"/>
    <p:sldId id="5203" r:id="rId21"/>
    <p:sldId id="5204" r:id="rId22"/>
    <p:sldId id="2201" r:id="rId23"/>
    <p:sldId id="5205" r:id="rId24"/>
    <p:sldId id="5206" r:id="rId25"/>
    <p:sldId id="5207" r:id="rId26"/>
    <p:sldId id="4358" r:id="rId27"/>
    <p:sldId id="3647" r:id="rId2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14/04/2021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14/04/2021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vi-VN" sz="5400" b="1" dirty="0">
                <a:latin typeface="+mj-lt"/>
              </a:rPr>
              <a:t>,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438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1. Chúa là nguồn quang minh tâm trí con sáng soi trên đường thế gian mịt mùng. Dìu con tiến bước về nơi ước mong dẫu ngàn nguy khó rắc gieo trên đường.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288314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vi-VN" sz="5400" b="1" dirty="0">
                <a:latin typeface="+mj-lt"/>
              </a:rPr>
              <a:t>,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42034344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70538"/>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Kìa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63226"/>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gieo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thiêu</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4560014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con bao </a:t>
            </a:r>
            <a:r>
              <a:rPr lang="en-US" sz="5400" b="1" dirty="0" err="1">
                <a:solidFill>
                  <a:schemeClr val="tx1"/>
                </a:solidFill>
                <a:latin typeface="Times New Roman" panose="02020603050405020304" pitchFamily="18" charset="0"/>
                <a:cs typeface="Times New Roman" panose="02020603050405020304" pitchFamily="18" charset="0"/>
              </a:rPr>
              <a:t>ưu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hóa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23779515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THÂN LÚA MIẾN 103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gieo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mục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thân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trở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thiêu</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67040271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7066"/>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8195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chóng</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lá</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cành</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756357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8256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8671351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8256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0117678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8195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chóng</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lá</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cành</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747326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8256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33944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6184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nẻo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3879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8195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chóng</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lá</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cành</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663755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XIN CHO TÔI (133)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8256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049595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0D92-33D6-4FBE-8141-6EC39758FF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E8C29A1-AD39-4AB1-958D-92B6F40D29D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4078615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đọa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con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Can-</a:t>
            </a:r>
            <a:r>
              <a:rPr lang="en-US" sz="5400" b="1" dirty="0" err="1">
                <a:latin typeface="Times New Roman" panose="02020603050405020304" pitchFamily="18" charset="0"/>
                <a:cs typeface="Times New Roman" panose="02020603050405020304" pitchFamily="18" charset="0"/>
              </a:rPr>
              <a:t>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Nh</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ng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33238405"/>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ca reo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9112930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5973</TotalTime>
  <Words>1138</Words>
  <Application>Microsoft Office PowerPoint</Application>
  <PresentationFormat>On-screen Show (4:3)</PresentationFormat>
  <Paragraphs>50</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ĐẾN (50)</vt:lpstr>
      <vt:lpstr>Nhập Lễ                                               HÃY ĐẾN (50)</vt:lpstr>
      <vt:lpstr>Nhập Lễ                                               HÃY ĐẾN (50)</vt:lpstr>
      <vt:lpstr>PowerPoint Presentation</vt:lpstr>
      <vt:lpstr>PowerPoint Presentation</vt:lpstr>
      <vt:lpstr>Dâng Lễ                                      THÂN LÚA MIẾN 103</vt:lpstr>
      <vt:lpstr>Dâng Lễ                                      THÂN LÚA MIẾN 103</vt:lpstr>
      <vt:lpstr>Dâng Lễ                                      THÂN LÚA MIẾN 103</vt:lpstr>
      <vt:lpstr>CA HIỆP LỄ</vt:lpstr>
      <vt:lpstr>Hiệp Lễ                                        XIN CHO TÔI (133)</vt:lpstr>
      <vt:lpstr>Hiệp Lễ                                        XIN CHO TÔI (133)</vt:lpstr>
      <vt:lpstr>Hiệp Lễ                                        XIN CHO TÔI (133)</vt:lpstr>
      <vt:lpstr>Hiệp Lễ                                        XIN CHO TÔI (133)</vt:lpstr>
      <vt:lpstr>Hiệp Lễ                                        XIN CHO TÔI (133)</vt:lpstr>
      <vt:lpstr>Hiệp Lễ                                        XIN CHO TÔI (133)</vt:lpstr>
      <vt:lpstr>Hiệp Lễ                                        XIN CHO TÔI (133)</vt:lpstr>
      <vt:lpstr>Hiệp Lễ                                        XIN CHO TÔI (133)</vt:lpstr>
      <vt:lpstr>PowerPoint Presentation</vt:lpstr>
      <vt:lpstr>Kết Lễ                               VUI CA PHỤC SINH (328)</vt:lpstr>
      <vt:lpstr>Kết Lễ                               VUI CA PHỤC SINH (328)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1514</cp:revision>
  <dcterms:created xsi:type="dcterms:W3CDTF">2018-09-17T12:52:44Z</dcterms:created>
  <dcterms:modified xsi:type="dcterms:W3CDTF">2021-04-14T13:59:55Z</dcterms:modified>
</cp:coreProperties>
</file>