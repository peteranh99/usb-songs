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4"/>
  </p:notesMasterIdLst>
  <p:sldIdLst>
    <p:sldId id="4810" r:id="rId2"/>
    <p:sldId id="4811" r:id="rId3"/>
    <p:sldId id="4812" r:id="rId4"/>
    <p:sldId id="4813" r:id="rId5"/>
    <p:sldId id="4814" r:id="rId6"/>
    <p:sldId id="4815" r:id="rId7"/>
    <p:sldId id="5163" r:id="rId8"/>
    <p:sldId id="3646" r:id="rId9"/>
    <p:sldId id="3647" r:id="rId10"/>
    <p:sldId id="5016" r:id="rId11"/>
    <p:sldId id="5017" r:id="rId12"/>
    <p:sldId id="4452" r:id="rId13"/>
    <p:sldId id="4458" r:id="rId14"/>
    <p:sldId id="4459" r:id="rId15"/>
    <p:sldId id="4106" r:id="rId16"/>
    <p:sldId id="3643" r:id="rId17"/>
    <p:sldId id="3644" r:id="rId18"/>
    <p:sldId id="3645" r:id="rId19"/>
    <p:sldId id="5164" r:id="rId20"/>
    <p:sldId id="5165" r:id="rId21"/>
    <p:sldId id="4346" r:id="rId22"/>
    <p:sldId id="3638" r:id="rId23"/>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48"/>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07/04/2021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07/04/2021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07/04/2021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Vượt</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lụy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thân</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thảm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230871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VUI CA PHỤC SINH (328)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525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rồi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ca reo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thoát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Alleluia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91129302"/>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839719"/>
            <a:ext cx="9144000" cy="8673524"/>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cầu</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9201490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763226"/>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đó</a:t>
            </a:r>
            <a:r>
              <a:rPr lang="en-US" sz="5400" b="1" dirty="0">
                <a:latin typeface="Times New Roman" panose="02020603050405020304" pitchFamily="18" charset="0"/>
                <a:cs typeface="Times New Roman" panose="02020603050405020304" pitchFamily="18" charset="0"/>
              </a:rPr>
              <a:t>. All…All…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en-US" sz="5400" b="1" dirty="0">
                <a:latin typeface="Times New Roman" panose="02020603050405020304" pitchFamily="18" charset="0"/>
                <a:cs typeface="Times New Roman" panose="02020603050405020304" pitchFamily="18" charset="0"/>
              </a:rPr>
              <a:t>1</a:t>
            </a:r>
            <a:r>
              <a:rPr lang="vi-VN" sz="5400" b="1" dirty="0">
                <a:latin typeface="Times New Roman" panose="02020603050405020304" pitchFamily="18" charset="0"/>
                <a:cs typeface="Times New Roman" panose="02020603050405020304" pitchFamily="18" charset="0"/>
              </a:rPr>
              <a:t>. Xin dâng Chúa bánh thơm lành đem góp về từ </a:t>
            </a:r>
            <a:r>
              <a:rPr lang="en-US" sz="5400" b="1" dirty="0" err="1">
                <a:latin typeface="Times New Roman" panose="02020603050405020304" pitchFamily="18" charset="0"/>
                <a:cs typeface="Times New Roman" panose="02020603050405020304" pitchFamily="18" charset="0"/>
              </a:rPr>
              <a:t>ruộng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a:t>
            </a:r>
            <a:r>
              <a:rPr lang="vi-VN" sz="5400" b="1" dirty="0">
                <a:latin typeface="Times New Roman" panose="02020603050405020304" pitchFamily="18" charset="0"/>
                <a:cs typeface="Times New Roman" panose="02020603050405020304" pitchFamily="18" charset="0"/>
              </a:rPr>
              <a:t> đồng xanh. Xin dâng Chúa chén nho nồng như máu hồng tràn nét yêu thương.</a:t>
            </a:r>
          </a:p>
        </p:txBody>
      </p:sp>
    </p:spTree>
    <p:extLst>
      <p:ext uri="{BB962C8B-B14F-4D97-AF65-F5344CB8AC3E}">
        <p14:creationId xmlns:p14="http://schemas.microsoft.com/office/powerpoint/2010/main" val="1235591618"/>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vi-VN" sz="5400" b="1" dirty="0">
                <a:latin typeface="Times New Roman" panose="02020603050405020304" pitchFamily="18" charset="0"/>
                <a:cs typeface="Times New Roman" panose="02020603050405020304" pitchFamily="18" charset="0"/>
              </a:rPr>
              <a:t>ĐK. Dâng lên Ngài, xin dâng lên Ngài tựa của lễ dâng trong sương chiều, muôn lao nhọc với những vui buồn, đời trần gian là đường thánh giá. </a:t>
            </a:r>
          </a:p>
        </p:txBody>
      </p:sp>
    </p:spTree>
    <p:extLst>
      <p:ext uri="{BB962C8B-B14F-4D97-AF65-F5344CB8AC3E}">
        <p14:creationId xmlns:p14="http://schemas.microsoft.com/office/powerpoint/2010/main" val="513074146"/>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DÂNG CHÚA (38)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24181"/>
            <a:ext cx="9144000" cy="6097905"/>
          </a:xfrm>
        </p:spPr>
        <p:txBody>
          <a:bodyPr>
            <a:noAutofit/>
          </a:bodyPr>
          <a:lstStyle/>
          <a:p>
            <a:pPr algn="just"/>
            <a:r>
              <a:rPr lang="vi-VN" sz="5400" b="1" dirty="0">
                <a:latin typeface="Times New Roman" panose="02020603050405020304" pitchFamily="18" charset="0"/>
                <a:cs typeface="Times New Roman" panose="02020603050405020304" pitchFamily="18" charset="0"/>
              </a:rPr>
              <a:t>Dâng lên Ngài, xin dâng lên Ngài, hiệp cùng máu Giê</a:t>
            </a:r>
            <a:r>
              <a:rPr lang="en-US" sz="5400" b="1" dirty="0">
                <a:latin typeface="Times New Roman" panose="02020603050405020304" pitchFamily="18" charset="0"/>
                <a:cs typeface="Times New Roman" panose="02020603050405020304" pitchFamily="18" charset="0"/>
              </a:rPr>
              <a:t>-</a:t>
            </a:r>
            <a:r>
              <a:rPr lang="vi-VN" sz="5400" b="1" dirty="0">
                <a:latin typeface="Times New Roman" panose="02020603050405020304" pitchFamily="18" charset="0"/>
                <a:cs typeface="Times New Roman" panose="02020603050405020304" pitchFamily="18" charset="0"/>
              </a:rPr>
              <a:t>su tuôn tràn, xin Cha nhận ban muôn ơn lành cho xác hồn con thắm tươi xinh.</a:t>
            </a:r>
          </a:p>
        </p:txBody>
      </p:sp>
    </p:spTree>
    <p:extLst>
      <p:ext uri="{BB962C8B-B14F-4D97-AF65-F5344CB8AC3E}">
        <p14:creationId xmlns:p14="http://schemas.microsoft.com/office/powerpoint/2010/main" val="247840571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em</a:t>
            </a:r>
            <a:r>
              <a:rPr lang="en-US" sz="5400" b="1" dirty="0">
                <a:latin typeface="Times New Roman" panose="02020603050405020304" pitchFamily="18" charset="0"/>
                <a:cs typeface="Times New Roman" panose="02020603050405020304" pitchFamily="18" charset="0"/>
              </a:rPr>
              <a:t> ra </a:t>
            </a:r>
            <a:r>
              <a:rPr lang="en-US" sz="5400" b="1">
                <a:latin typeface="Times New Roman" panose="02020603050405020304" pitchFamily="18" charset="0"/>
                <a:cs typeface="Times New Roman" panose="02020603050405020304" pitchFamily="18" charset="0"/>
              </a:rPr>
              <a:t>khỏi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kỳ</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HAY KHÔNG TIN (181)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vi-VN" sz="5400" b="1" dirty="0">
                <a:latin typeface="+mj-lt"/>
              </a:rPr>
              <a:t>1. Tin hay không tin là chấp nhận hay từ chối. Tin hay không tin là sống mãi hay trầm luân. Tin hay không tin đời sáng ngời hay mù tối. Tin hay không tin nay quyết định cho đời tôi.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3537846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HAY KHÔNG TIN (181)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vi-VN" sz="5400" b="1" dirty="0">
                <a:latin typeface="+mj-lt"/>
              </a:rPr>
              <a:t>ĐK: Dù đời bao tăm tối tôi cứ vững tin luôn. Tin rằng Chúa đã thương tôi. Tin rằng Ngài chết cho tôi. Dù đời bao giông tố tôi quyết bước theo Ngài cho dù đời lắm chông gai, tôi vẫn làm môn đệ Ngài.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803410680"/>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HAY KHÔNG TIN (181)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vi-VN" sz="5400" b="1" dirty="0">
                <a:latin typeface="+mj-lt"/>
              </a:rPr>
              <a:t>2. Luôn luôn tin yêu là đón nhận Tin Mừng Chúa luôn luôn tin yêu là quyết sống trong hồng ân. Luôn luôn tin yêu là hết lòng tôn thờ Chúa. Yêu thương tha nhân cho hết tình cho thành tâm.</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8224276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TIN HAY KHÔNG TIN (181)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90600"/>
            <a:ext cx="9144000" cy="5105400"/>
          </a:xfrm>
        </p:spPr>
        <p:txBody>
          <a:bodyPr>
            <a:noAutofit/>
          </a:bodyPr>
          <a:lstStyle/>
          <a:p>
            <a:pPr algn="just">
              <a:tabLst>
                <a:tab pos="2155825" algn="l"/>
              </a:tabLst>
            </a:pPr>
            <a:r>
              <a:rPr lang="vi-VN" sz="5400" b="1" dirty="0">
                <a:latin typeface="+mj-lt"/>
              </a:rPr>
              <a:t>ĐK: Dù đời bao tăm tối tôi cứ vững tin luôn. Tin rằng Chúa đã thương tôi. Tin rằng Ngài chết cho tôi. Dù đời bao giông tố tôi quyết bước theo Ngài cho dù đời lắm chông gai, tôi vẫn làm môn đệ Ngài.</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419306756"/>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9D99E-BDFB-4727-8D0D-953CC522062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1121EC-9405-4C34-A892-3FD84F191D4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070359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1917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hòn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góc</a:t>
            </a:r>
            <a:r>
              <a:rPr lang="en-US" sz="5400" b="1" dirty="0">
                <a:latin typeface="Times New Roman" panose="02020603050405020304" pitchFamily="18" charset="0"/>
                <a:cs typeface="Times New Roman" panose="02020603050405020304" pitchFamily="18" charset="0"/>
              </a:rPr>
              <a:t> t</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làm</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Thật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có</a:t>
            </a:r>
            <a:r>
              <a:rPr lang="en-US" sz="5400" b="1" dirty="0">
                <a:latin typeface="Times New Roman" panose="02020603050405020304" pitchFamily="18" charset="0"/>
                <a:cs typeface="Times New Roman" panose="02020603050405020304" pitchFamily="18" charset="0"/>
              </a:rPr>
              <a:t> ai </a:t>
            </a:r>
            <a:r>
              <a:rPr lang="en-US" sz="5400" b="1" dirty="0" err="1">
                <a:latin typeface="Times New Roman" panose="02020603050405020304" pitchFamily="18" charset="0"/>
                <a:cs typeface="Times New Roman" panose="02020603050405020304" pitchFamily="18" charset="0"/>
              </a:rPr>
              <a:t>suy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7477887"/>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vi-VN" sz="1800" dirty="0">
                <a:solidFill>
                  <a:srgbClr val="FF0000"/>
                </a:solidFill>
                <a:latin typeface="Times New Roman" panose="02020603050405020304" pitchFamily="18" charset="0"/>
                <a:cs typeface="Times New Roman" panose="02020603050405020304" pitchFamily="18" charset="0"/>
              </a:rPr>
              <a:t>	  </a:t>
            </a:r>
            <a:r>
              <a:rPr lang="vi-VN" sz="2400" b="1" dirty="0">
                <a:solidFill>
                  <a:srgbClr val="FF0000"/>
                </a:solidFill>
                <a:effectLst>
                  <a:outerShdw blurRad="38100" dist="38100" dir="2700000" algn="tl">
                    <a:srgbClr val="000000">
                      <a:alpha val="43137"/>
                    </a:srgbClr>
                  </a:outerShdw>
                </a:effectLst>
                <a:cs typeface="Times New Roman" panose="02020603050405020304" pitchFamily="18" charset="0"/>
              </a:rPr>
              <a:t>KHẢI HOÀN CA 1 (325)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4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Vạn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tuế</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Đa-vít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hiển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đem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rực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8737011"/>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5957</TotalTime>
  <Words>965</Words>
  <Application>Microsoft Office PowerPoint</Application>
  <PresentationFormat>On-screen Show (4:3)</PresentationFormat>
  <Paragraphs>40</Paragraphs>
  <Slides>22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Kết Lễ                               VUI CA PHỤC SINH (328)</vt:lpstr>
      <vt:lpstr>Kết Lễ                               VUI CA PHỤC SINH (328)</vt:lpstr>
      <vt:lpstr>PowerPoint Presentation</vt:lpstr>
      <vt:lpstr>PowerPoint Presentation</vt:lpstr>
      <vt:lpstr>Dâng Lễ                                     DÂNG CHÚA (38)</vt:lpstr>
      <vt:lpstr>Dâng Lễ                                     DÂNG CHÚA (38)</vt:lpstr>
      <vt:lpstr>Dâng Lễ                                     DÂNG CHÚA (38)</vt:lpstr>
      <vt:lpstr>CA HIỆP LỄ</vt:lpstr>
      <vt:lpstr>Hiệp Lễ                                     TIN HAY KHÔNG TIN (181)</vt:lpstr>
      <vt:lpstr>Hiệp Lễ                                     TIN HAY KHÔNG TIN (181)</vt:lpstr>
      <vt:lpstr>Hiệp Lễ                                     TIN HAY KHÔNG TIN (181)</vt:lpstr>
      <vt:lpstr>Hiệp Lễ                                     TIN HAY KHÔNG TIN (181)</vt:lpstr>
      <vt:lpstr>PowerPoint Presentation</vt:lpstr>
      <vt:lpstr>Kết Lễ                               KHẢI HOÀN CA 1 (325)</vt:lpstr>
      <vt:lpstr>Kết Lễ                               KHẢI HOÀN CA 1 (325)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1500</cp:revision>
  <dcterms:created xsi:type="dcterms:W3CDTF">2018-09-17T12:52:44Z</dcterms:created>
  <dcterms:modified xsi:type="dcterms:W3CDTF">2021-04-07T15:04:37Z</dcterms:modified>
</cp:coreProperties>
</file>