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4810" r:id="rId2"/>
    <p:sldId id="4811" r:id="rId3"/>
    <p:sldId id="4812" r:id="rId4"/>
    <p:sldId id="4813" r:id="rId5"/>
    <p:sldId id="4814" r:id="rId6"/>
    <p:sldId id="4815" r:id="rId7"/>
    <p:sldId id="5163" r:id="rId8"/>
    <p:sldId id="1470" r:id="rId9"/>
    <p:sldId id="1471" r:id="rId10"/>
    <p:sldId id="5463" r:id="rId11"/>
    <p:sldId id="2426" r:id="rId12"/>
    <p:sldId id="5017" r:id="rId13"/>
    <p:sldId id="4758" r:id="rId14"/>
    <p:sldId id="4759" r:id="rId15"/>
    <p:sldId id="4703" r:id="rId16"/>
    <p:sldId id="5464" r:id="rId17"/>
    <p:sldId id="5465" r:id="rId18"/>
    <p:sldId id="5412" r:id="rId19"/>
    <p:sldId id="5033" r:id="rId20"/>
    <p:sldId id="5034" r:id="rId21"/>
    <p:sldId id="5041" r:id="rId22"/>
    <p:sldId id="5042" r:id="rId23"/>
    <p:sldId id="5035" r:id="rId24"/>
    <p:sldId id="5036" r:id="rId25"/>
    <p:sldId id="5467" r:id="rId26"/>
    <p:sldId id="5468" r:id="rId27"/>
    <p:sldId id="5037" r:id="rId28"/>
    <p:sldId id="5038" r:id="rId29"/>
    <p:sldId id="5469" r:id="rId30"/>
    <p:sldId id="5470" r:id="rId31"/>
    <p:sldId id="5466" r:id="rId32"/>
    <p:sldId id="2541" r:id="rId33"/>
    <p:sldId id="2542" r:id="rId34"/>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27" autoAdjust="0"/>
    <p:restoredTop sz="86404" autoAdjust="0"/>
  </p:normalViewPr>
  <p:slideViewPr>
    <p:cSldViewPr snapToGrid="0">
      <p:cViewPr varScale="1">
        <p:scale>
          <a:sx n="86" d="100"/>
          <a:sy n="86" d="100"/>
        </p:scale>
        <p:origin x="1618" y="67"/>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13/05/2021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8</a:t>
            </a:fld>
            <a:endParaRPr lang="en-US"/>
          </a:p>
        </p:txBody>
      </p:sp>
    </p:spTree>
    <p:extLst>
      <p:ext uri="{BB962C8B-B14F-4D97-AF65-F5344CB8AC3E}">
        <p14:creationId xmlns:p14="http://schemas.microsoft.com/office/powerpoint/2010/main" val="372043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9</a:t>
            </a:fld>
            <a:endParaRPr lang="en-US"/>
          </a:p>
        </p:txBody>
      </p:sp>
    </p:spTree>
    <p:extLst>
      <p:ext uri="{BB962C8B-B14F-4D97-AF65-F5344CB8AC3E}">
        <p14:creationId xmlns:p14="http://schemas.microsoft.com/office/powerpoint/2010/main" val="241190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10</a:t>
            </a:fld>
            <a:endParaRPr lang="en-US"/>
          </a:p>
        </p:txBody>
      </p:sp>
    </p:spTree>
    <p:extLst>
      <p:ext uri="{BB962C8B-B14F-4D97-AF65-F5344CB8AC3E}">
        <p14:creationId xmlns:p14="http://schemas.microsoft.com/office/powerpoint/2010/main" val="1166273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13/05/2021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47800"/>
            <a:ext cx="9144000" cy="6248400"/>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ôi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lễ</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với</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nến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hồng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rực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tâm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hồn</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sốt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sắng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có</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lễ</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với</a:t>
            </a:r>
            <a:r>
              <a:rPr lang="en-US" sz="5400" b="1" dirty="0">
                <a:solidFill>
                  <a:schemeClr val="tx1"/>
                </a:solidFill>
                <a:latin typeface="Times New Roman" pitchFamily="18" charset="0"/>
                <a:cs typeface="Times New Roman" pitchFamily="18" charset="0"/>
              </a:rPr>
              <a:t> con.</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MẸ DÂNG LỄ VỚI CON 6	</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9112771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47800"/>
            <a:ext cx="9144000" cy="6248400"/>
          </a:xfrm>
        </p:spPr>
        <p:txBody>
          <a:bodyPr>
            <a:noAutofit/>
          </a:bodyPr>
          <a:lstStyle/>
          <a:p>
            <a:pPr algn="just"/>
            <a:r>
              <a:rPr lang="en-US" sz="5400" b="1" dirty="0">
                <a:solidFill>
                  <a:schemeClr val="tx1"/>
                </a:solidFill>
                <a:latin typeface="Times New Roman" pitchFamily="18" charset="0"/>
                <a:cs typeface="Times New Roman" pitchFamily="18" charset="0"/>
              </a:rPr>
              <a:t>2.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chung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tay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tiến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Cha </a:t>
            </a:r>
            <a:r>
              <a:rPr lang="en-US" sz="5400" b="1" dirty="0" err="1">
                <a:solidFill>
                  <a:schemeClr val="tx1"/>
                </a:solidFill>
                <a:latin typeface="Times New Roman" pitchFamily="18" charset="0"/>
                <a:cs typeface="Times New Roman" pitchFamily="18" charset="0"/>
              </a:rPr>
              <a:t>cuộc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hợp</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lễ</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bao</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dài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tương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lai</a:t>
            </a:r>
            <a:r>
              <a:rPr lang="en-US" sz="5400" b="1" dirty="0">
                <a:solidFill>
                  <a:schemeClr val="tx1"/>
                </a:solidFill>
                <a:latin typeface="Times New Roman" pitchFamily="18" charset="0"/>
                <a:cs typeface="Times New Roman" pitchFamily="18" charset="0"/>
              </a:rPr>
              <a:t>.</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MẸ DÂNG LỄ VỚI CON 6	</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0483955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47800"/>
            <a:ext cx="9144000" cy="6248400"/>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ôi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lễ</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với</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nến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hồng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rực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tâm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hồn</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sốt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sắng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có</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lễ</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với</a:t>
            </a:r>
            <a:r>
              <a:rPr lang="en-US" sz="5400" b="1" dirty="0">
                <a:solidFill>
                  <a:schemeClr val="tx1"/>
                </a:solidFill>
                <a:latin typeface="Times New Roman" pitchFamily="18" charset="0"/>
                <a:cs typeface="Times New Roman" pitchFamily="18" charset="0"/>
              </a:rPr>
              <a:t> con.</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MẸ DÂNG LỄ VỚI CON 6	</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1781679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189607"/>
            <a:ext cx="9144000" cy="7164280"/>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62700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61961"/>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 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CHẲNG BIẾT LẤY GÌ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99423"/>
            <a:ext cx="9144000" cy="4641273"/>
          </a:xfrm>
        </p:spPr>
        <p:txBody>
          <a:bodyPr>
            <a:noAutofit/>
          </a:bodyPr>
          <a:lstStyle/>
          <a:p>
            <a:pPr algn="just"/>
            <a:r>
              <a:rPr lang="vi-VN" sz="5400" b="1" dirty="0">
                <a:latin typeface="+mj-lt"/>
              </a:rPr>
              <a:t>ÐK: Chẳng biết lấy gì đáp ơn Ngài, vì này bao ơn phúc Ngài ban cho. Xin nâng chén cứu độ tán dương Ngài. Danh Ngài cao sang trên trần thế</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73857527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CHẲNG BIẾT LẤY GÌ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99423"/>
            <a:ext cx="9144000" cy="4641273"/>
          </a:xfrm>
        </p:spPr>
        <p:txBody>
          <a:bodyPr>
            <a:noAutofit/>
          </a:bodyPr>
          <a:lstStyle/>
          <a:p>
            <a:pPr algn="just"/>
            <a:r>
              <a:rPr lang="vi-VN" sz="5400" b="1" dirty="0">
                <a:latin typeface="+mj-lt"/>
              </a:rPr>
              <a:t>Mãi mãi muôn đời đến muôn đời. Tình Ngài thương lai láng tựa biển khơi, như hương kinh ban chiều ngát bay cao, chân tình con đây kính dâng Ngài.</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95967575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CHẲNG BIẾT LẤY GÌ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10390"/>
            <a:ext cx="9144000" cy="4219339"/>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tim</a:t>
            </a:r>
            <a:r>
              <a:rPr lang="en-US" sz="5400" b="1" dirty="0">
                <a:latin typeface="Times New Roman" panose="02020603050405020304" pitchFamily="18" charset="0"/>
                <a:cs typeface="Times New Roman" panose="02020603050405020304" pitchFamily="18" charset="0"/>
              </a:rPr>
              <a:t>, long con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06696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CHẲNG BIẾT LẤY GÌ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99423"/>
            <a:ext cx="9144000" cy="4641273"/>
          </a:xfrm>
        </p:spPr>
        <p:txBody>
          <a:bodyPr>
            <a:noAutofit/>
          </a:bodyPr>
          <a:lstStyle/>
          <a:p>
            <a:pPr algn="just"/>
            <a:r>
              <a:rPr lang="vi-VN" sz="5400" b="1" dirty="0">
                <a:latin typeface="+mj-lt"/>
              </a:rPr>
              <a:t>ÐK: Chẳng biết lấy gì đáp ơn Ngài, vì này bao ơn phúc Ngài ban cho. Xin nâng chén cứu độ tán dương Ngài. Danh Ngài cao sang trên trần thế</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35713314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CHẲNG BIẾT LẤY GÌ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99423"/>
            <a:ext cx="9144000" cy="4641273"/>
          </a:xfrm>
        </p:spPr>
        <p:txBody>
          <a:bodyPr>
            <a:noAutofit/>
          </a:bodyPr>
          <a:lstStyle/>
          <a:p>
            <a:pPr algn="just"/>
            <a:r>
              <a:rPr lang="vi-VN" sz="5400" b="1" dirty="0">
                <a:latin typeface="+mj-lt"/>
              </a:rPr>
              <a:t>Mãi mãi muôn đời đến muôn đời. Tình Ngài thương lai láng tựa biển khơi, như hương kinh ban chiều ngát bay cao, chân tình con đây kính dâng Ngài.</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291013625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36128-4A05-40B8-BBED-8B4157398241}"/>
              </a:ext>
            </a:extLst>
          </p:cNvPr>
          <p:cNvSpPr>
            <a:spLocks noGrp="1"/>
          </p:cNvSpPr>
          <p:nvPr>
            <p:ph type="title"/>
          </p:nvPr>
        </p:nvSpPr>
        <p:spPr>
          <a:xfrm>
            <a:off x="-1" y="0"/>
            <a:ext cx="9143999" cy="1325563"/>
          </a:xfrm>
        </p:spPr>
        <p:txBody>
          <a:bodyPr>
            <a:normAutofit/>
          </a:bodyPr>
          <a:lstStyle/>
          <a:p>
            <a:r>
              <a:rPr lang="en-US" sz="5400" b="1" dirty="0">
                <a:solidFill>
                  <a:srgbClr val="FF0000"/>
                </a:solidFill>
                <a:latin typeface="Times New Roman" panose="02020603050405020304" pitchFamily="18" charset="0"/>
                <a:cs typeface="Times New Roman" panose="02020603050405020304" pitchFamily="18" charset="0"/>
              </a:rPr>
              <a:t>Ca </a:t>
            </a:r>
            <a:r>
              <a:rPr lang="en-US" sz="5400" b="1" dirty="0" err="1">
                <a:solidFill>
                  <a:srgbClr val="FF0000"/>
                </a:solidFill>
                <a:latin typeface="Times New Roman" panose="02020603050405020304" pitchFamily="18" charset="0"/>
                <a:cs typeface="Times New Roman" panose="02020603050405020304" pitchFamily="18" charset="0"/>
              </a:rPr>
              <a:t>hiệp</a:t>
            </a:r>
            <a:r>
              <a:rPr lang="en-US" sz="5400" b="1" dirty="0">
                <a:solidFill>
                  <a:srgbClr val="FF0000"/>
                </a:solidFill>
                <a:latin typeface="Times New Roman" panose="02020603050405020304" pitchFamily="18" charset="0"/>
                <a:cs typeface="Times New Roman" panose="02020603050405020304" pitchFamily="18" charset="0"/>
              </a:rPr>
              <a:t> </a:t>
            </a:r>
            <a:r>
              <a:rPr lang="en-US" sz="5400" b="1" dirty="0" err="1">
                <a:solidFill>
                  <a:srgbClr val="FF0000"/>
                </a:solidFill>
                <a:latin typeface="Times New Roman" panose="02020603050405020304" pitchFamily="18" charset="0"/>
                <a:cs typeface="Times New Roman" panose="02020603050405020304" pitchFamily="18" charset="0"/>
              </a:rPr>
              <a:t>lễ</a:t>
            </a:r>
            <a:endParaRPr lang="en-US" sz="5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C51F5D-34DD-43C2-95A7-3D04A4BAD8AB}"/>
              </a:ext>
            </a:extLst>
          </p:cNvPr>
          <p:cNvSpPr>
            <a:spLocks noGrp="1"/>
          </p:cNvSpPr>
          <p:nvPr>
            <p:ph idx="1"/>
          </p:nvPr>
        </p:nvSpPr>
        <p:spPr>
          <a:xfrm>
            <a:off x="0" y="1416112"/>
            <a:ext cx="9144000" cy="4351338"/>
          </a:xfrm>
        </p:spPr>
        <p:txBody>
          <a:bodyPr>
            <a:noAutofit/>
          </a:bodyPr>
          <a:lstStyle/>
          <a:p>
            <a:pPr marL="0" indent="0" algn="just">
              <a:buNone/>
            </a:pPr>
            <a:r>
              <a:rPr lang="en-US" sz="5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21484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4799"/>
            <a:ext cx="9144000" cy="4219339"/>
          </a:xfrm>
        </p:spPr>
        <p:txBody>
          <a:bodyPr>
            <a:noAutofit/>
          </a:bodyPr>
          <a:lstStyle/>
          <a:p>
            <a:pPr algn="just"/>
            <a:r>
              <a:rPr lang="vi-VN" sz="5400" b="1" dirty="0">
                <a:latin typeface="+mj-lt"/>
              </a:rPr>
              <a:t>1</a:t>
            </a:r>
            <a:r>
              <a:rPr lang="en-US" sz="5400" b="1" dirty="0">
                <a:latin typeface="+mj-lt"/>
              </a:rPr>
              <a:t>.</a:t>
            </a:r>
            <a:r>
              <a:rPr lang="vi-VN" sz="5400" b="1" dirty="0">
                <a:latin typeface="+mj-lt"/>
              </a:rPr>
              <a:t> Khúc cảm tạ từ đó âm ba vọng ngân, rộn rã trong tim ngày đêm, tán dương Tình Yêu Thiên Chúa.</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1260457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4799"/>
            <a:ext cx="9144000" cy="4219339"/>
          </a:xfrm>
        </p:spPr>
        <p:txBody>
          <a:bodyPr>
            <a:noAutofit/>
          </a:bodyPr>
          <a:lstStyle/>
          <a:p>
            <a:pPr algn="just"/>
            <a:r>
              <a:rPr lang="vi-VN" sz="5400" b="1" dirty="0">
                <a:latin typeface="+mj-lt"/>
              </a:rPr>
              <a:t>Suốt một đời con tắm mát trong tình Cha, giữa trưa sa mạc cháy da, Chúa như nguồn nước chan hòa.</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7249910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19330"/>
            <a:ext cx="9144000" cy="4219339"/>
          </a:xfrm>
        </p:spPr>
        <p:txBody>
          <a:bodyPr>
            <a:noAutofit/>
          </a:bodyPr>
          <a:lstStyle/>
          <a:p>
            <a:pPr algn="just"/>
            <a:r>
              <a:rPr lang="vi-VN" sz="5400" b="1" dirty="0">
                <a:latin typeface="+mj-lt"/>
              </a:rPr>
              <a:t>ĐK:</a:t>
            </a:r>
            <a:r>
              <a:rPr lang="en-US" sz="5400" b="1" dirty="0">
                <a:latin typeface="+mj-lt"/>
              </a:rPr>
              <a:t> </a:t>
            </a:r>
            <a:r>
              <a:rPr lang="vi-VN" sz="5400" b="1" dirty="0">
                <a:latin typeface="+mj-lt"/>
              </a:rPr>
              <a:t>Xin dâng lên Chúa tiếng yêu ngọt ngào. Nguyện ghi nhớ Thánh ân Ngài trao. Nguyện theo chân Chúa đi qua</a:t>
            </a:r>
            <a:r>
              <a:rPr lang="en-US" sz="5400" b="1" dirty="0">
                <a:latin typeface="+mj-lt"/>
              </a:rPr>
              <a:t> </a:t>
            </a:r>
            <a:r>
              <a:rPr lang="en-US" sz="5400" b="1" dirty="0">
                <a:latin typeface="Times New Roman" panose="02020603050405020304" pitchFamily="18" charset="0"/>
                <a:cs typeface="Times New Roman" panose="02020603050405020304" pitchFamily="18" charset="0"/>
              </a:rPr>
              <a:t>đ</a:t>
            </a:r>
            <a:r>
              <a:rPr lang="vi-VN" sz="5400" b="1" dirty="0">
                <a:latin typeface="Times New Roman" panose="02020603050405020304" pitchFamily="18" charset="0"/>
                <a:cs typeface="Times New Roman" panose="02020603050405020304" pitchFamily="18" charset="0"/>
              </a:rPr>
              <a:t>ồi Ta-bo hay thập giá. </a:t>
            </a:r>
            <a:endParaRPr lang="vi-VN" sz="5400" b="1" dirty="0">
              <a:solidFill>
                <a:schemeClr val="tx1"/>
              </a:solidFill>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2701518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84244"/>
            <a:ext cx="9144000" cy="5105400"/>
          </a:xfrm>
        </p:spPr>
        <p:txBody>
          <a:bodyPr>
            <a:noAutofit/>
          </a:bodyPr>
          <a:lstStyle/>
          <a:p>
            <a:pPr algn="just"/>
            <a:r>
              <a:rPr lang="vi-VN" sz="5400" b="1" dirty="0">
                <a:latin typeface="+mj-lt"/>
              </a:rPr>
              <a:t>Ôi tình yêu Chúa mênh mang trần đời. Tình yêu Chúa bao la trùng khơi.</a:t>
            </a:r>
            <a:r>
              <a:rPr lang="en-US" sz="5400" b="1" dirty="0">
                <a:latin typeface="+mj-lt"/>
              </a:rPr>
              <a:t> </a:t>
            </a:r>
            <a:r>
              <a:rPr lang="vi-VN" sz="5400" b="1" dirty="0">
                <a:latin typeface="+mj-lt"/>
              </a:rPr>
              <a:t>Thuyền hồn con mãi êm trôi. Hưởng Tình Yêu ôi tuyệt vời</a:t>
            </a:r>
            <a:r>
              <a:rPr lang="en-US" sz="5400" b="1" dirty="0">
                <a:latin typeface="+mj-lt"/>
              </a:rPr>
              <a:t>.</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1036754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4799"/>
            <a:ext cx="9144000" cy="4219339"/>
          </a:xfrm>
        </p:spPr>
        <p:txBody>
          <a:bodyPr>
            <a:noAutofit/>
          </a:bodyPr>
          <a:lstStyle/>
          <a:p>
            <a:pPr algn="just"/>
            <a:r>
              <a:rPr lang="vi-VN" sz="5400" b="1" dirty="0">
                <a:latin typeface="+mj-lt"/>
              </a:rPr>
              <a:t>2.</a:t>
            </a:r>
            <a:r>
              <a:rPr lang="en-US" sz="5400" b="1" dirty="0">
                <a:latin typeface="+mj-lt"/>
              </a:rPr>
              <a:t> </a:t>
            </a:r>
            <a:r>
              <a:rPr lang="vi-VN" sz="5400" b="1" dirty="0">
                <a:latin typeface="+mj-lt"/>
              </a:rPr>
              <a:t>Tiếng gọi nào rộn rã vang trong chiều mơ, vồn vã cánh tay Ngài đưa, dắt con vào miền thương nhớ.</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1702342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4799"/>
            <a:ext cx="9144000" cy="4219339"/>
          </a:xfrm>
        </p:spPr>
        <p:txBody>
          <a:bodyPr>
            <a:noAutofit/>
          </a:bodyPr>
          <a:lstStyle/>
          <a:p>
            <a:pPr algn="just"/>
            <a:r>
              <a:rPr lang="vi-VN" sz="5400" b="1" dirty="0">
                <a:latin typeface="+mj-lt"/>
              </a:rPr>
              <a:t>Chén rượu đào Ngài chuốc chứa chan ngày nao, bánh thơm ân huệ Chúa trao, tháng năm tình mến dâng trào.</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3120625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19330"/>
            <a:ext cx="9144000" cy="4219339"/>
          </a:xfrm>
        </p:spPr>
        <p:txBody>
          <a:bodyPr>
            <a:noAutofit/>
          </a:bodyPr>
          <a:lstStyle/>
          <a:p>
            <a:pPr algn="just"/>
            <a:r>
              <a:rPr lang="vi-VN" sz="5400" b="1" dirty="0">
                <a:latin typeface="+mj-lt"/>
              </a:rPr>
              <a:t>ĐK:</a:t>
            </a:r>
            <a:r>
              <a:rPr lang="en-US" sz="5400" b="1" dirty="0">
                <a:latin typeface="+mj-lt"/>
              </a:rPr>
              <a:t> </a:t>
            </a:r>
            <a:r>
              <a:rPr lang="vi-VN" sz="5400" b="1" dirty="0">
                <a:latin typeface="+mj-lt"/>
              </a:rPr>
              <a:t>Xin dâng lên Chúa tiếng yêu ngọt ngào. Nguyện ghi nhớ Thánh ân Ngài trao. Nguyện theo chân Chúa đi qua</a:t>
            </a:r>
            <a:r>
              <a:rPr lang="en-US" sz="5400" b="1" dirty="0">
                <a:latin typeface="+mj-lt"/>
              </a:rPr>
              <a:t> </a:t>
            </a:r>
            <a:r>
              <a:rPr lang="en-US" sz="5400" b="1" dirty="0">
                <a:latin typeface="Times New Roman" panose="02020603050405020304" pitchFamily="18" charset="0"/>
                <a:cs typeface="Times New Roman" panose="02020603050405020304" pitchFamily="18" charset="0"/>
              </a:rPr>
              <a:t>đ</a:t>
            </a:r>
            <a:r>
              <a:rPr lang="vi-VN" sz="5400" b="1" dirty="0">
                <a:latin typeface="Times New Roman" panose="02020603050405020304" pitchFamily="18" charset="0"/>
                <a:cs typeface="Times New Roman" panose="02020603050405020304" pitchFamily="18" charset="0"/>
              </a:rPr>
              <a:t>ồi Ta-bo hay thập giá. </a:t>
            </a:r>
            <a:endParaRPr lang="vi-VN" sz="5400" b="1" dirty="0">
              <a:solidFill>
                <a:schemeClr val="tx1"/>
              </a:solidFill>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3643979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84244"/>
            <a:ext cx="9144000" cy="5105400"/>
          </a:xfrm>
        </p:spPr>
        <p:txBody>
          <a:bodyPr>
            <a:noAutofit/>
          </a:bodyPr>
          <a:lstStyle/>
          <a:p>
            <a:pPr algn="just"/>
            <a:r>
              <a:rPr lang="vi-VN" sz="5400" b="1" dirty="0">
                <a:latin typeface="+mj-lt"/>
              </a:rPr>
              <a:t>Ôi tình yêu Chúa mênh mang trần đời. Tình yêu Chúa bao la trùng khơi.</a:t>
            </a:r>
            <a:r>
              <a:rPr lang="en-US" sz="5400" b="1" dirty="0">
                <a:latin typeface="+mj-lt"/>
              </a:rPr>
              <a:t> </a:t>
            </a:r>
            <a:r>
              <a:rPr lang="vi-VN" sz="5400" b="1" dirty="0">
                <a:latin typeface="+mj-lt"/>
              </a:rPr>
              <a:t>Thuyền hồn con mãi êm trôi. Hưởng Tình Yêu ôi tuyệt vời</a:t>
            </a:r>
            <a:r>
              <a:rPr lang="en-US" sz="5400" b="1" dirty="0">
                <a:latin typeface="+mj-lt"/>
              </a:rPr>
              <a:t>.</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7852063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4799"/>
            <a:ext cx="9144000" cy="4219339"/>
          </a:xfrm>
        </p:spPr>
        <p:txBody>
          <a:bodyPr>
            <a:noAutofit/>
          </a:bodyPr>
          <a:lstStyle/>
          <a:p>
            <a:pPr algn="just"/>
            <a:r>
              <a:rPr lang="vi-VN" sz="5400" b="1" dirty="0">
                <a:latin typeface="+mj-lt"/>
              </a:rPr>
              <a:t>3. Đến đời đời Ngài vẫn yêu con mà thôi, Ngài vẫn yêu con chẳng nguôi, dẫu cho trần gian tan biến.</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2944403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4799"/>
            <a:ext cx="9144000" cy="4219339"/>
          </a:xfrm>
        </p:spPr>
        <p:txBody>
          <a:bodyPr>
            <a:noAutofit/>
          </a:bodyPr>
          <a:lstStyle/>
          <a:p>
            <a:pPr algn="just"/>
            <a:r>
              <a:rPr lang="vi-VN" sz="5400" b="1" dirty="0">
                <a:latin typeface="+mj-lt"/>
              </a:rPr>
              <a:t>Chúa là nguồn hạnh phúc mến yêu của con, có chi hơn được Chúa thương, thế gian thành cõi thiên đường.</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9627016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19330"/>
            <a:ext cx="9144000" cy="4219339"/>
          </a:xfrm>
        </p:spPr>
        <p:txBody>
          <a:bodyPr>
            <a:noAutofit/>
          </a:bodyPr>
          <a:lstStyle/>
          <a:p>
            <a:pPr algn="just"/>
            <a:r>
              <a:rPr lang="vi-VN" sz="5400" b="1" dirty="0">
                <a:latin typeface="+mj-lt"/>
              </a:rPr>
              <a:t>ĐK:</a:t>
            </a:r>
            <a:r>
              <a:rPr lang="en-US" sz="5400" b="1" dirty="0">
                <a:latin typeface="+mj-lt"/>
              </a:rPr>
              <a:t> </a:t>
            </a:r>
            <a:r>
              <a:rPr lang="vi-VN" sz="5400" b="1" dirty="0">
                <a:latin typeface="+mj-lt"/>
              </a:rPr>
              <a:t>Xin dâng lên Chúa tiếng yêu ngọt ngào. Nguyện ghi nhớ Thánh ân Ngài trao. Nguyện theo chân Chúa đi qua</a:t>
            </a:r>
            <a:r>
              <a:rPr lang="en-US" sz="5400" b="1" dirty="0">
                <a:latin typeface="+mj-lt"/>
              </a:rPr>
              <a:t> </a:t>
            </a:r>
            <a:r>
              <a:rPr lang="en-US" sz="5400" b="1" dirty="0">
                <a:latin typeface="Times New Roman" panose="02020603050405020304" pitchFamily="18" charset="0"/>
                <a:cs typeface="Times New Roman" panose="02020603050405020304" pitchFamily="18" charset="0"/>
              </a:rPr>
              <a:t>đ</a:t>
            </a:r>
            <a:r>
              <a:rPr lang="vi-VN" sz="5400" b="1" dirty="0">
                <a:latin typeface="Times New Roman" panose="02020603050405020304" pitchFamily="18" charset="0"/>
                <a:cs typeface="Times New Roman" panose="02020603050405020304" pitchFamily="18" charset="0"/>
              </a:rPr>
              <a:t>ồi Ta-bo hay thập giá. </a:t>
            </a:r>
            <a:endParaRPr lang="vi-VN" sz="5400" b="1" dirty="0">
              <a:solidFill>
                <a:schemeClr val="tx1"/>
              </a:solidFill>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8132049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84244"/>
            <a:ext cx="9144000" cy="5105400"/>
          </a:xfrm>
        </p:spPr>
        <p:txBody>
          <a:bodyPr>
            <a:noAutofit/>
          </a:bodyPr>
          <a:lstStyle/>
          <a:p>
            <a:pPr algn="just"/>
            <a:r>
              <a:rPr lang="vi-VN" sz="5400" b="1" dirty="0">
                <a:latin typeface="+mj-lt"/>
              </a:rPr>
              <a:t>Ôi tình yêu Chúa mênh mang trần đời. Tình yêu Chúa bao la trùng khơi.</a:t>
            </a:r>
            <a:r>
              <a:rPr lang="en-US" sz="5400" b="1" dirty="0">
                <a:latin typeface="+mj-lt"/>
              </a:rPr>
              <a:t> </a:t>
            </a:r>
            <a:r>
              <a:rPr lang="vi-VN" sz="5400" b="1" dirty="0">
                <a:latin typeface="+mj-lt"/>
              </a:rPr>
              <a:t>Thuyền hồn con mãi êm trôi. Hưởng Tình Yêu ôi tuyệt vời</a:t>
            </a:r>
            <a:r>
              <a:rPr lang="en-US" sz="5400" b="1" dirty="0">
                <a:latin typeface="+mj-lt"/>
              </a:rPr>
              <a:t>.</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1629620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5D1C-79D1-4931-8D81-E0AFD56B6B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A19DA7-4963-41F5-8C67-EF7D34B9A47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689733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LỜI MẸ NHẮN NHỦ (229)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92511"/>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làng</a:t>
            </a:r>
            <a:r>
              <a:rPr lang="en-US" sz="5400" b="1" dirty="0">
                <a:latin typeface="Times New Roman" panose="02020603050405020304" pitchFamily="18" charset="0"/>
                <a:cs typeface="Times New Roman" panose="02020603050405020304" pitchFamily="18" charset="0"/>
              </a:rPr>
              <a:t> Fa-</a:t>
            </a:r>
            <a:r>
              <a:rPr lang="en-US" sz="5400" b="1" dirty="0" err="1">
                <a:latin typeface="Times New Roman" panose="02020603050405020304" pitchFamily="18" charset="0"/>
                <a:cs typeface="Times New Roman" panose="02020603050405020304" pitchFamily="18" charset="0"/>
              </a:rPr>
              <a:t>ti</a:t>
            </a:r>
            <a:r>
              <a:rPr lang="en-US" sz="5400" b="1" dirty="0">
                <a:latin typeface="Times New Roman" panose="02020603050405020304" pitchFamily="18" charset="0"/>
                <a:cs typeface="Times New Roman" panose="02020603050405020304" pitchFamily="18" charset="0"/>
              </a:rPr>
              <a:t>-ma </a:t>
            </a:r>
            <a:r>
              <a:rPr lang="en-US" sz="5400" b="1" dirty="0" err="1">
                <a:latin typeface="Times New Roman" panose="02020603050405020304" pitchFamily="18" charset="0"/>
                <a:cs typeface="Times New Roman" panose="02020603050405020304" pitchFamily="18" charset="0"/>
              </a:rPr>
              <a:t>xa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chói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nhắn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nhủ</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mẫu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Côi</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999843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LỜI MẸ NHẮN NHỦ (229)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92511"/>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Maria </a:t>
            </a:r>
            <a:r>
              <a:rPr lang="en-US" sz="5400" b="1" dirty="0" err="1">
                <a:latin typeface="Times New Roman" panose="02020603050405020304" pitchFamily="18" charset="0"/>
                <a:cs typeface="Times New Roman" panose="02020603050405020304" pitchFamily="18" charset="0"/>
              </a:rPr>
              <a: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Maria </a:t>
            </a:r>
            <a:r>
              <a:rPr lang="en-US" sz="5400" b="1" dirty="0" err="1">
                <a:latin typeface="Times New Roman" panose="02020603050405020304" pitchFamily="18" charset="0"/>
                <a:cs typeface="Times New Roman" panose="02020603050405020304" pitchFamily="18" charset="0"/>
              </a:rPr>
              <a:t>Ôi</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nghe</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Sớm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nay </a:t>
            </a:r>
            <a:r>
              <a:rPr lang="en-US" sz="5400" b="1" dirty="0" err="1">
                <a:latin typeface="Times New Roman" panose="02020603050405020304" pitchFamily="18" charset="0"/>
                <a:cs typeface="Times New Roman" panose="02020603050405020304" pitchFamily="18" charset="0"/>
              </a:rPr>
              <a:t>thống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Maria </a:t>
            </a:r>
            <a:r>
              <a:rPr lang="en-US" sz="5400" b="1" dirty="0" err="1">
                <a:latin typeface="Times New Roman" panose="02020603050405020304" pitchFamily="18" charset="0"/>
                <a:cs typeface="Times New Roman" panose="02020603050405020304" pitchFamily="18" charset="0"/>
              </a:rPr>
              <a: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Việt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ngời</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2642612"/>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6162</TotalTime>
  <Words>1202</Words>
  <Application>Microsoft Office PowerPoint</Application>
  <PresentationFormat>On-screen Show (4:3)</PresentationFormat>
  <Paragraphs>65</Paragraphs>
  <Slides>33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MẸ DÂNG LỄ VỚI CON 6 </vt:lpstr>
      <vt:lpstr>Nhập Lễ                                        MẸ DÂNG LỄ VỚI CON 6 </vt:lpstr>
      <vt:lpstr>Nhập Lễ                                        MẸ DÂNG LỄ VỚI CON 6 </vt:lpstr>
      <vt:lpstr>PowerPoint Presentation</vt:lpstr>
      <vt:lpstr>PowerPoint Presentation</vt:lpstr>
      <vt:lpstr>Dâng Lễ                                CHẲNG BIẾT LẤY GÌ (TT)</vt:lpstr>
      <vt:lpstr>Dâng Lễ                                CHẲNG BIẾT LẤY GÌ (TT)</vt:lpstr>
      <vt:lpstr>Dâng Lễ                                CHẲNG BIẾT LẤY GÌ (TT)</vt:lpstr>
      <vt:lpstr>Dâng Lễ                                CHẲNG BIẾT LẤY GÌ (TT)</vt:lpstr>
      <vt:lpstr>Dâng Lễ                                CHẲNG BIẾT LẤY GÌ (TT)</vt:lpstr>
      <vt:lpstr>Ca hiệp lễ</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Kết lễ                                           LỜI MẸ NHẮN NHỦ (229)</vt:lpstr>
      <vt:lpstr>Kết lễ                                           LỜI MẸ NHẮN NHỦ (229)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Anh</cp:lastModifiedBy>
  <cp:revision>1557</cp:revision>
  <dcterms:created xsi:type="dcterms:W3CDTF">2018-09-17T12:52:44Z</dcterms:created>
  <dcterms:modified xsi:type="dcterms:W3CDTF">2021-05-12T17:21:11Z</dcterms:modified>
</cp:coreProperties>
</file>