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7"/>
  </p:notesMasterIdLst>
  <p:sldIdLst>
    <p:sldId id="4112" r:id="rId2"/>
    <p:sldId id="4113" r:id="rId3"/>
    <p:sldId id="4114" r:id="rId4"/>
    <p:sldId id="4115" r:id="rId5"/>
    <p:sldId id="4116" r:id="rId6"/>
    <p:sldId id="4117" r:id="rId7"/>
    <p:sldId id="4372" r:id="rId8"/>
    <p:sldId id="5258" r:id="rId9"/>
    <p:sldId id="5259" r:id="rId10"/>
    <p:sldId id="5260" r:id="rId11"/>
    <p:sldId id="5261" r:id="rId12"/>
    <p:sldId id="5262" r:id="rId13"/>
    <p:sldId id="5263" r:id="rId14"/>
    <p:sldId id="5264" r:id="rId15"/>
    <p:sldId id="5265" r:id="rId16"/>
    <p:sldId id="5266" r:id="rId17"/>
    <p:sldId id="5238" r:id="rId18"/>
    <p:sldId id="5240" r:id="rId19"/>
    <p:sldId id="5239" r:id="rId20"/>
    <p:sldId id="5241" r:id="rId21"/>
    <p:sldId id="5242" r:id="rId22"/>
    <p:sldId id="5243" r:id="rId23"/>
    <p:sldId id="5244" r:id="rId24"/>
    <p:sldId id="5245" r:id="rId25"/>
    <p:sldId id="5246" r:id="rId26"/>
    <p:sldId id="5247" r:id="rId27"/>
    <p:sldId id="5248" r:id="rId28"/>
    <p:sldId id="5249" r:id="rId29"/>
    <p:sldId id="5250" r:id="rId30"/>
    <p:sldId id="5251" r:id="rId31"/>
    <p:sldId id="5252" r:id="rId32"/>
    <p:sldId id="5253" r:id="rId33"/>
    <p:sldId id="5254" r:id="rId34"/>
    <p:sldId id="5255" r:id="rId35"/>
    <p:sldId id="5256" r:id="rId36"/>
    <p:sldId id="5233" r:id="rId37"/>
    <p:sldId id="5016" r:id="rId38"/>
    <p:sldId id="5234" r:id="rId39"/>
    <p:sldId id="5235" r:id="rId40"/>
    <p:sldId id="5236" r:id="rId41"/>
    <p:sldId id="5237" r:id="rId42"/>
    <p:sldId id="5312" r:id="rId43"/>
    <p:sldId id="5313" r:id="rId44"/>
    <p:sldId id="5314" r:id="rId45"/>
    <p:sldId id="5267" r:id="rId46"/>
    <p:sldId id="5269" r:id="rId47"/>
    <p:sldId id="5304" r:id="rId48"/>
    <p:sldId id="5305" r:id="rId49"/>
    <p:sldId id="5270" r:id="rId50"/>
    <p:sldId id="5271" r:id="rId51"/>
    <p:sldId id="5272" r:id="rId52"/>
    <p:sldId id="5315" r:id="rId53"/>
    <p:sldId id="5317" r:id="rId54"/>
    <p:sldId id="5316" r:id="rId55"/>
    <p:sldId id="5273" r:id="rId56"/>
    <p:sldId id="5274" r:id="rId57"/>
    <p:sldId id="5275" r:id="rId58"/>
    <p:sldId id="5276" r:id="rId59"/>
    <p:sldId id="5287" r:id="rId60"/>
    <p:sldId id="5288" r:id="rId61"/>
    <p:sldId id="5277" r:id="rId62"/>
    <p:sldId id="5284" r:id="rId63"/>
    <p:sldId id="5289" r:id="rId64"/>
    <p:sldId id="5290" r:id="rId65"/>
    <p:sldId id="5285" r:id="rId66"/>
    <p:sldId id="5286" r:id="rId67"/>
    <p:sldId id="5291" r:id="rId68"/>
    <p:sldId id="5292" r:id="rId69"/>
    <p:sldId id="5293" r:id="rId70"/>
    <p:sldId id="5294" r:id="rId71"/>
    <p:sldId id="5295" r:id="rId72"/>
    <p:sldId id="5296" r:id="rId73"/>
    <p:sldId id="5306" r:id="rId74"/>
    <p:sldId id="5307" r:id="rId75"/>
    <p:sldId id="5297" r:id="rId76"/>
    <p:sldId id="5308" r:id="rId77"/>
    <p:sldId id="5309" r:id="rId78"/>
    <p:sldId id="5298" r:id="rId79"/>
    <p:sldId id="5310" r:id="rId80"/>
    <p:sldId id="5311" r:id="rId81"/>
    <p:sldId id="5299" r:id="rId82"/>
    <p:sldId id="5300" r:id="rId83"/>
    <p:sldId id="5301" r:id="rId84"/>
    <p:sldId id="5302" r:id="rId85"/>
    <p:sldId id="5303" r:id="rId86"/>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p:cViewPr varScale="1">
        <p:scale>
          <a:sx n="68" d="100"/>
          <a:sy n="68" d="100"/>
        </p:scale>
        <p:origin x="-660"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03/04/2021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4D914E-6825-4475-A990-0303B744F5B1}" type="slidenum">
              <a:rPr lang="vi-VN" smtClean="0"/>
              <a:pPr/>
              <a:t>1</a:t>
            </a:fld>
            <a:endParaRPr lang="vi-VN"/>
          </a:p>
        </p:txBody>
      </p:sp>
    </p:spTree>
    <p:extLst>
      <p:ext uri="{BB962C8B-B14F-4D97-AF65-F5344CB8AC3E}">
        <p14:creationId xmlns:p14="http://schemas.microsoft.com/office/powerpoint/2010/main" val="98889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03/04/2021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0213399"/>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14115"/>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việc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cậy</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thích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1</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7167385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661935"/>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14115"/>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vũ</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trụ</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hữu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vỗ</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gom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triều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1</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0721285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22188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14115"/>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riêng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quốc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xem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1</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32409955"/>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6587360"/>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14115"/>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4.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bởi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hộ</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cậy</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1</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8533999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9951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00745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BFEA30-0A04-40D9-8F3D-5721A56C73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5848160-66C2-4383-B320-0C676268641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200604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Vang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Ta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kỵ</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03103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36629"/>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miệng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2</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5572548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Vang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Ta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kỵ</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95807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36629"/>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khen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2</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68852929"/>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Vang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Ta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kỵ</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126438"/>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36629"/>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sĩ</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2</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16145401"/>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Vang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Ta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kỵ</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biển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0598846"/>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627F92-9A45-4A02-A963-15DF1F6E81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DD554AB-2381-4267-8DFD-57C63A6A902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958354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7379920"/>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91396"/>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Luật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ý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chắc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99438304"/>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706931"/>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91396"/>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Lệnh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hỷ</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cõi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Huấn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lệnh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ngôn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46863095"/>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607195"/>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91396"/>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quyết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hợp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vĩnh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sau</a:t>
            </a:r>
            <a:r>
              <a:rPr lang="en-US" sz="5400" b="1" dirty="0">
                <a:latin typeface="Times New Roman" panose="02020603050405020304" pitchFamily="18" charset="0"/>
                <a:cs typeface="Times New Roman" panose="02020603050405020304" pitchFamily="18" charset="0"/>
              </a:rPr>
              <a:t>. </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88856111"/>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739269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91396"/>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4.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còn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vàng</a:t>
            </a:r>
            <a:r>
              <a:rPr lang="en-US" sz="5400" b="1" dirty="0">
                <a:latin typeface="Times New Roman" panose="02020603050405020304" pitchFamily="18" charset="0"/>
                <a:cs typeface="Times New Roman" panose="02020603050405020304" pitchFamily="18" charset="0"/>
              </a:rPr>
              <a:t> y.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92392169"/>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19592"/>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6416846"/>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CE6F31-821B-424D-8452-B9B68985B9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DB25F5CE-68F5-4B25-9995-88B18FB4436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4922629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60768"/>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Nhà</a:t>
            </a:r>
            <a:r>
              <a:rPr lang="en-US" sz="5400" b="1" dirty="0">
                <a:latin typeface="Times New Roman" panose="02020603050405020304" pitchFamily="18" charset="0"/>
                <a:cs typeface="Times New Roman" panose="02020603050405020304" pitchFamily="18" charset="0"/>
              </a:rPr>
              <a:t> Israel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xướng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vẫn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71428656"/>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87339"/>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Alleluia! Alleluia! Alleluia!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5209268"/>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51437"/>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2. Tay </a:t>
            </a:r>
            <a:r>
              <a:rPr lang="en-US" sz="5400" b="1" dirty="0" err="1">
                <a:latin typeface="Times New Roman" panose="02020603050405020304" pitchFamily="18" charset="0"/>
                <a:cs typeface="Times New Roman" panose="02020603050405020304" pitchFamily="18" charset="0"/>
              </a:rPr>
              <a:t>hữu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liệt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đặt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loan </a:t>
            </a:r>
            <a:r>
              <a:rPr lang="en-US" sz="5400" b="1" dirty="0" err="1">
                <a:latin typeface="Times New Roman" panose="02020603050405020304" pitchFamily="18" charset="0"/>
                <a:cs typeface="Times New Roman" panose="02020603050405020304" pitchFamily="18" charset="0"/>
              </a:rPr>
              <a:t>truyền</a:t>
            </a:r>
            <a:r>
              <a:rPr lang="en-US" sz="5400" b="1" dirty="0">
                <a:latin typeface="Times New Roman" panose="02020603050405020304" pitchFamily="18" charset="0"/>
                <a:cs typeface="Times New Roman" panose="02020603050405020304" pitchFamily="18" charset="0"/>
              </a:rPr>
              <a:t> bao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81886157"/>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87339"/>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Alleluia! Alleluia! Alleluia!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3965135"/>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62188"/>
            <a:ext cx="9144000" cy="8673524"/>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Phiến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bỏ</a:t>
            </a:r>
            <a:r>
              <a:rPr lang="en-US" sz="5400" b="1" dirty="0">
                <a:latin typeface="Times New Roman" panose="02020603050405020304" pitchFamily="18" charset="0"/>
                <a:cs typeface="Times New Roman" panose="02020603050405020304" pitchFamily="18" charset="0"/>
              </a:rPr>
              <a:t> ra </a:t>
            </a:r>
            <a:r>
              <a:rPr lang="en-US" sz="5400" b="1" dirty="0" err="1">
                <a:latin typeface="Times New Roman" panose="02020603050405020304" pitchFamily="18" charset="0"/>
                <a:cs typeface="Times New Roman" panose="02020603050405020304" pitchFamily="18" charset="0"/>
              </a:rPr>
              <a:t>ngoài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góc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Việc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do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diệu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mắt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9C609E8-AF6E-4724-A63B-E3B6EFA0296D}"/>
              </a:ext>
            </a:extLst>
          </p:cNvPr>
          <p:cNvSpPr>
            <a:spLocks noGrp="1"/>
          </p:cNvSpPr>
          <p:nvPr>
            <p:ph type="ctrTitle"/>
          </p:nvPr>
        </p:nvSpPr>
        <p:spPr>
          <a:xfrm>
            <a:off x="0" y="13648"/>
            <a:ext cx="9144000" cy="533400"/>
          </a:xfrm>
        </p:spPr>
        <p:txBody>
          <a:bodyPr>
            <a:normAutofit/>
          </a:bodyPr>
          <a:lstStyle/>
          <a:p>
            <a:pPr algn="l"/>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 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46782907"/>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87339"/>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Alleluia! Alleluia! Alleluia!</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004230"/>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A5B917-2047-4594-BD4E-D372FA0022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6E959AC-7646-432A-949C-7679B3A2DAD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3741353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TÔI ĐÃ THẤY NƯỚC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6269"/>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chảy</a:t>
            </a:r>
            <a:r>
              <a:rPr lang="en-US" sz="5400" b="1" dirty="0">
                <a:latin typeface="Times New Roman" panose="02020603050405020304" pitchFamily="18" charset="0"/>
                <a:cs typeface="Times New Roman" panose="02020603050405020304" pitchFamily="18" charset="0"/>
              </a:rPr>
              <a:t> ra. Alleluia,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ai </a:t>
            </a:r>
            <a:r>
              <a:rPr lang="en-US" sz="5400" b="1" dirty="0" err="1">
                <a:latin typeface="Times New Roman" panose="02020603050405020304" pitchFamily="18" charset="0"/>
                <a:cs typeface="Times New Roman" panose="02020603050405020304" pitchFamily="18" charset="0"/>
              </a:rPr>
              <a:t>thì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Alleluia. Alleluia. </a:t>
            </a:r>
          </a:p>
        </p:txBody>
      </p:sp>
    </p:spTree>
    <p:extLst>
      <p:ext uri="{BB962C8B-B14F-4D97-AF65-F5344CB8AC3E}">
        <p14:creationId xmlns:p14="http://schemas.microsoft.com/office/powerpoint/2010/main" val="3202140142"/>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TÔI ĐÃ THẤY NƯỚC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300"/>
            <a:ext cx="9144000" cy="5105400"/>
          </a:xfrm>
        </p:spPr>
        <p:txBody>
          <a:bodyPr>
            <a:noAutofit/>
          </a:bodyPr>
          <a:lstStyle/>
          <a:p>
            <a:pPr algn="just">
              <a:tabLst>
                <a:tab pos="2155825" algn="l"/>
              </a:tabLst>
            </a:pP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xót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lượng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bi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chẳng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 men.</a:t>
            </a:r>
          </a:p>
        </p:txBody>
      </p:sp>
    </p:spTree>
    <p:extLst>
      <p:ext uri="{BB962C8B-B14F-4D97-AF65-F5344CB8AC3E}">
        <p14:creationId xmlns:p14="http://schemas.microsoft.com/office/powerpoint/2010/main" val="69428262"/>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3783A4-341B-49E9-A0E1-6440AE7B46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C484327-64CA-4223-B5A4-C7A52F1B2ED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6408545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723900"/>
            <a:ext cx="9144000" cy="5105400"/>
          </a:xfrm>
        </p:spPr>
        <p:txBody>
          <a:bodyPr>
            <a:noAutofit/>
          </a:bodyPr>
          <a:lstStyle/>
          <a:p>
            <a:pPr algn="just">
              <a:tabLst>
                <a:tab pos="2155825" algn="l"/>
              </a:tabLst>
            </a:pPr>
            <a:r>
              <a:rPr lang="vi-VN" sz="5400" b="1" dirty="0">
                <a:latin typeface="+mj-lt"/>
              </a:rPr>
              <a:t>1</a:t>
            </a:r>
            <a:r>
              <a:rPr lang="en-US" sz="5400" b="1" dirty="0">
                <a:latin typeface="+mj-lt"/>
              </a:rPr>
              <a:t>. </a:t>
            </a:r>
            <a:r>
              <a:rPr lang="vi-VN" sz="5400" b="1" dirty="0">
                <a:latin typeface="+mj-lt"/>
              </a:rPr>
              <a:t>Hiệp dâng về trên đĩa thánh, bánh thơm ngọt ngào phúc ân. Này là bao lao công, tiến dâng trót cả cuộc sống. Cùng dâng này đây chén rượu, xin Cha thương nhận lấy máu chiên thánh trào tuôn để nuôi dưỡng linh hồn.</a:t>
            </a:r>
            <a:endParaRPr lang="en-US" sz="5400" b="1" dirty="0">
              <a:latin typeface="+mj-lt"/>
            </a:endParaRPr>
          </a:p>
        </p:txBody>
      </p:sp>
    </p:spTree>
    <p:extLst>
      <p:ext uri="{BB962C8B-B14F-4D97-AF65-F5344CB8AC3E}">
        <p14:creationId xmlns:p14="http://schemas.microsoft.com/office/powerpoint/2010/main" val="1252636472"/>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99403"/>
            <a:ext cx="9144000" cy="5105400"/>
          </a:xfrm>
        </p:spPr>
        <p:txBody>
          <a:bodyPr>
            <a:noAutofit/>
          </a:bodyPr>
          <a:lstStyle/>
          <a:p>
            <a:pPr algn="just">
              <a:tabLst>
                <a:tab pos="2155825" algn="l"/>
              </a:tabLst>
            </a:pPr>
            <a:r>
              <a:rPr lang="vi-VN" sz="5400" b="1" dirty="0">
                <a:latin typeface="+mj-lt"/>
              </a:rPr>
              <a:t>Đ</a:t>
            </a:r>
            <a:r>
              <a:rPr lang="en-US" sz="5400" b="1" dirty="0">
                <a:latin typeface="Times New Roman" panose="02020603050405020304" pitchFamily="18" charset="0"/>
                <a:cs typeface="Times New Roman" panose="02020603050405020304" pitchFamily="18" charset="0"/>
              </a:rPr>
              <a:t>K</a:t>
            </a:r>
            <a:r>
              <a:rPr lang="vi-VN" sz="5400" b="1" dirty="0">
                <a:latin typeface="+mj-lt"/>
              </a:rPr>
              <a:t>.</a:t>
            </a:r>
            <a:r>
              <a:rPr lang="en-US" sz="5400" b="1" dirty="0">
                <a:latin typeface="+mj-lt"/>
              </a:rPr>
              <a:t> </a:t>
            </a:r>
            <a:r>
              <a:rPr lang="vi-VN" sz="5400" b="1" dirty="0">
                <a:latin typeface="+mj-lt"/>
              </a:rPr>
              <a:t>Chan hòa niềm vui dâng về Thiên Chúa rạng ngời</a:t>
            </a:r>
            <a:r>
              <a:rPr lang="vi-VN" sz="5400" b="1">
                <a:latin typeface="+mj-lt"/>
              </a:rPr>
              <a:t>.</a:t>
            </a:r>
            <a:r>
              <a:rPr lang="en-US" sz="5400" b="1">
                <a:latin typeface="+mj-lt"/>
              </a:rPr>
              <a:t> </a:t>
            </a:r>
            <a:r>
              <a:rPr lang="vi-VN" sz="5400" b="1" smtClean="0">
                <a:latin typeface="+mj-lt"/>
              </a:rPr>
              <a:t>Th</a:t>
            </a:r>
            <a:r>
              <a:rPr lang="en-US" sz="5400" b="1" smtClean="0">
                <a:latin typeface="+mj-lt"/>
              </a:rPr>
              <a:t>i</a:t>
            </a:r>
            <a:r>
              <a:rPr lang="vi-VN" sz="5400" b="1" smtClean="0">
                <a:latin typeface="+mj-lt"/>
              </a:rPr>
              <a:t>ên </a:t>
            </a:r>
            <a:r>
              <a:rPr lang="vi-VN" sz="5400" b="1" dirty="0">
                <a:latin typeface="+mj-lt"/>
              </a:rPr>
              <a:t>đàng rộng mở</a:t>
            </a:r>
            <a:r>
              <a:rPr lang="en-US" sz="5400" b="1" dirty="0">
                <a:latin typeface="+mj-lt"/>
              </a:rPr>
              <a:t> </a:t>
            </a:r>
            <a:r>
              <a:rPr lang="vi-VN" sz="5400" b="1" dirty="0">
                <a:latin typeface="+mj-lt"/>
              </a:rPr>
              <a:t>Chúa Con hiển vinh vượt qua.</a:t>
            </a:r>
            <a:r>
              <a:rPr lang="en-US" sz="5400" b="1" dirty="0">
                <a:latin typeface="+mj-lt"/>
              </a:rPr>
              <a:t> </a:t>
            </a:r>
            <a:endParaRPr lang="en-US"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2289997"/>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48932"/>
            <a:ext cx="9144000" cy="5105400"/>
          </a:xfrm>
        </p:spPr>
        <p:txBody>
          <a:bodyPr>
            <a:noAutofit/>
          </a:bodyPr>
          <a:lstStyle/>
          <a:p>
            <a:pPr algn="just">
              <a:tabLst>
                <a:tab pos="2155825" algn="l"/>
              </a:tabLst>
            </a:pPr>
            <a:r>
              <a:rPr lang="vi-VN" sz="5400" b="1" dirty="0">
                <a:latin typeface="+mj-lt"/>
              </a:rPr>
              <a:t>Mừng Giê-su chiến thắng đã thoát khỏi tay tử thần rồi.</a:t>
            </a:r>
            <a:r>
              <a:rPr lang="en-US" sz="5400" b="1" dirty="0">
                <a:latin typeface="+mj-lt"/>
              </a:rPr>
              <a:t> </a:t>
            </a:r>
            <a:r>
              <a:rPr lang="vi-VN" sz="5400" b="1" dirty="0">
                <a:latin typeface="+mj-lt"/>
              </a:rPr>
              <a:t>Vinh phúc xuống cho muôn người 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Alleluia! </a:t>
            </a:r>
          </a:p>
        </p:txBody>
      </p:sp>
    </p:spTree>
    <p:extLst>
      <p:ext uri="{BB962C8B-B14F-4D97-AF65-F5344CB8AC3E}">
        <p14:creationId xmlns:p14="http://schemas.microsoft.com/office/powerpoint/2010/main" val="682539622"/>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723900"/>
            <a:ext cx="9144000" cy="5105400"/>
          </a:xfrm>
        </p:spPr>
        <p:txBody>
          <a:bodyPr>
            <a:noAutofit/>
          </a:bodyPr>
          <a:lstStyle/>
          <a:p>
            <a:pPr algn="just">
              <a:tabLst>
                <a:tab pos="2155825" algn="l"/>
              </a:tabLst>
            </a:pPr>
            <a:r>
              <a:rPr lang="vi-VN" sz="5400" b="1" dirty="0">
                <a:latin typeface="+mj-lt"/>
              </a:rPr>
              <a:t>2</a:t>
            </a:r>
            <a:r>
              <a:rPr lang="en-US" sz="5400" b="1" dirty="0">
                <a:latin typeface="+mj-lt"/>
              </a:rPr>
              <a:t>. </a:t>
            </a:r>
            <a:r>
              <a:rPr lang="vi-VN" sz="5400" b="1" dirty="0">
                <a:latin typeface="+mj-lt"/>
              </a:rPr>
              <a:t>Đời con dù bao gian khó, đớn đau nhọc nhằn nỗi lo. Đường trần gian đau thương vẫn không sánh được cùng Chúa. Thì đây hiệp dâng đến Ngài, xin Cha thương nhận lấy, hiến dâng tấm lòng con cùng thân xác linh hồn.</a:t>
            </a:r>
            <a:endParaRPr lang="en-US" sz="5400" b="1" dirty="0">
              <a:latin typeface="+mj-lt"/>
            </a:endParaRPr>
          </a:p>
        </p:txBody>
      </p:sp>
    </p:spTree>
    <p:extLst>
      <p:ext uri="{BB962C8B-B14F-4D97-AF65-F5344CB8AC3E}">
        <p14:creationId xmlns:p14="http://schemas.microsoft.com/office/powerpoint/2010/main" val="1922861789"/>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99403"/>
            <a:ext cx="9144000" cy="5105400"/>
          </a:xfrm>
        </p:spPr>
        <p:txBody>
          <a:bodyPr>
            <a:noAutofit/>
          </a:bodyPr>
          <a:lstStyle/>
          <a:p>
            <a:pPr algn="just">
              <a:tabLst>
                <a:tab pos="2155825" algn="l"/>
              </a:tabLst>
            </a:pPr>
            <a:r>
              <a:rPr lang="vi-VN" sz="5400" b="1" dirty="0">
                <a:latin typeface="+mj-lt"/>
              </a:rPr>
              <a:t>Đ</a:t>
            </a:r>
            <a:r>
              <a:rPr lang="en-US" sz="5400" b="1" dirty="0">
                <a:latin typeface="Times New Roman" panose="02020603050405020304" pitchFamily="18" charset="0"/>
                <a:cs typeface="Times New Roman" panose="02020603050405020304" pitchFamily="18" charset="0"/>
              </a:rPr>
              <a:t>K</a:t>
            </a:r>
            <a:r>
              <a:rPr lang="vi-VN" sz="5400" b="1" dirty="0">
                <a:latin typeface="+mj-lt"/>
              </a:rPr>
              <a:t>.</a:t>
            </a:r>
            <a:r>
              <a:rPr lang="en-US" sz="5400" b="1" dirty="0">
                <a:latin typeface="+mj-lt"/>
              </a:rPr>
              <a:t> </a:t>
            </a:r>
            <a:r>
              <a:rPr lang="vi-VN" sz="5400" b="1" dirty="0">
                <a:latin typeface="+mj-lt"/>
              </a:rPr>
              <a:t>Chan hòa niềm vui dâng về Thiên Chúa rạng ngời.</a:t>
            </a:r>
            <a:r>
              <a:rPr lang="en-US" sz="5400" b="1" dirty="0">
                <a:latin typeface="+mj-lt"/>
              </a:rPr>
              <a:t> </a:t>
            </a:r>
            <a:r>
              <a:rPr lang="vi-VN" sz="5400" b="1" dirty="0">
                <a:latin typeface="+mj-lt"/>
              </a:rPr>
              <a:t>Thên đàng rộng mở</a:t>
            </a:r>
            <a:r>
              <a:rPr lang="en-US" sz="5400" b="1" dirty="0">
                <a:latin typeface="+mj-lt"/>
              </a:rPr>
              <a:t> </a:t>
            </a:r>
            <a:r>
              <a:rPr lang="vi-VN" sz="5400" b="1" dirty="0">
                <a:latin typeface="+mj-lt"/>
              </a:rPr>
              <a:t>Chúa Con hiển vinh vượt qua.</a:t>
            </a:r>
            <a:r>
              <a:rPr lang="en-US" sz="5400" b="1" dirty="0">
                <a:latin typeface="+mj-lt"/>
              </a:rPr>
              <a:t> </a:t>
            </a:r>
            <a:endParaRPr lang="en-US"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5447656"/>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PHỤC SINH (NHL)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48932"/>
            <a:ext cx="9144000" cy="5105400"/>
          </a:xfrm>
        </p:spPr>
        <p:txBody>
          <a:bodyPr>
            <a:noAutofit/>
          </a:bodyPr>
          <a:lstStyle/>
          <a:p>
            <a:pPr algn="just">
              <a:tabLst>
                <a:tab pos="2155825" algn="l"/>
              </a:tabLst>
            </a:pPr>
            <a:r>
              <a:rPr lang="vi-VN" sz="5400" b="1" dirty="0">
                <a:latin typeface="+mj-lt"/>
              </a:rPr>
              <a:t>Mừng Giê-su chiến thắng đã thoát khỏi tay tử thần rồi.</a:t>
            </a:r>
            <a:r>
              <a:rPr lang="en-US" sz="5400" b="1" dirty="0">
                <a:latin typeface="+mj-lt"/>
              </a:rPr>
              <a:t> </a:t>
            </a:r>
            <a:r>
              <a:rPr lang="vi-VN" sz="5400" b="1" dirty="0">
                <a:latin typeface="+mj-lt"/>
              </a:rPr>
              <a:t>Vinh phúc xuống cho muôn người 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Alleluia! </a:t>
            </a:r>
          </a:p>
        </p:txBody>
      </p:sp>
    </p:spTree>
    <p:extLst>
      <p:ext uri="{BB962C8B-B14F-4D97-AF65-F5344CB8AC3E}">
        <p14:creationId xmlns:p14="http://schemas.microsoft.com/office/powerpoint/2010/main" val="876106544"/>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9A7527-3F96-49F8-B942-92DD058CBA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5160650-4ED1-4D77-A707-5E08D0DC7ED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9085618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en-US" sz="5400" b="1" smtClean="0">
                <a:latin typeface="Times New Roman" pitchFamily="18" charset="0"/>
                <a:cs typeface="Times New Roman" pitchFamily="18" charset="0"/>
              </a:rPr>
              <a:t>Chiên vượt qua của chúng ta, là Đức Ki-tô đã hiến tế, vì thế chúng ta hãy mừng lễ với bánh không men tinh tuyền và chân chính. Alleluia</a:t>
            </a:r>
            <a:endParaRPr lang="en-US" sz="5400" b="1" dirty="0">
              <a:latin typeface="Times New Roman" pitchFamily="18" charset="0"/>
              <a:cs typeface="Times New Roman" pitchFamily="18" charset="0"/>
            </a:endParaRPr>
          </a:p>
        </p:txBody>
      </p:sp>
    </p:spTree>
    <p:extLst>
      <p:ext uri="{BB962C8B-B14F-4D97-AF65-F5344CB8AC3E}">
        <p14:creationId xmlns:p14="http://schemas.microsoft.com/office/powerpoint/2010/main" val="678157772"/>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609296440"/>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065746281"/>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Đức Ki-tô là Tình Yêu vinh thắng mang cho đời sự sống mới linh thiêng. Cất cao lên câu ngợi ca Al-lê-lu-ia!</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762500583"/>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4410"/>
            <a:ext cx="9144000" cy="5615940"/>
          </a:xfrm>
        </p:spPr>
        <p:txBody>
          <a:bodyPr>
            <a:noAutofit/>
          </a:bodyPr>
          <a:lstStyle/>
          <a:p>
            <a:pPr algn="just">
              <a:tabLst>
                <a:tab pos="2155825" algn="l"/>
              </a:tabLst>
            </a:pPr>
            <a:r>
              <a:rPr lang="vi-VN" sz="5400" b="1" dirty="0">
                <a:latin typeface="+mj-lt"/>
              </a:rPr>
              <a:t>1. Hãy loan báo tin mừng rằng Đức Ki-tô đã sống lại thật rồi Ngài là niềm vui ơn cứu rỗi. Chúa đã ra khỏi mồ rồi sự sống chiến thắng reo vui.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945163419"/>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81744"/>
            <a:ext cx="9144000" cy="4641273"/>
          </a:xfrm>
        </p:spPr>
        <p:txBody>
          <a:bodyPr>
            <a:noAutofit/>
          </a:bodyPr>
          <a:lstStyle/>
          <a:p>
            <a:pPr algn="just">
              <a:tabLst>
                <a:tab pos="2155825" algn="l"/>
              </a:tabLst>
            </a:pPr>
            <a:r>
              <a:rPr lang="vi-VN" sz="5400" b="1" dirty="0">
                <a:latin typeface="+mj-lt"/>
              </a:rPr>
              <a:t>Hãy cất bước lên đường dám sống cho một niềm tin dám chết cho một cuộc tình. Tin vào lòng thương xót Chúa con hiến thân sống cho tình yêu.</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298263499"/>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243242990"/>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Đức Ki-tô là Tình Yêu vinh thắng mang cho đời sự sống mới linh thiêng. Cất cao lên câu ngợi ca Al-lê-lu-ia!</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4126120790"/>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3"/>
            <a:ext cx="9144000" cy="4641273"/>
          </a:xfrm>
        </p:spPr>
        <p:txBody>
          <a:bodyPr>
            <a:noAutofit/>
          </a:bodyPr>
          <a:lstStyle/>
          <a:p>
            <a:pPr algn="just">
              <a:tabLst>
                <a:tab pos="2155825" algn="l"/>
              </a:tabLst>
            </a:pPr>
            <a:r>
              <a:rPr lang="vi-VN" sz="5400" b="1" dirty="0">
                <a:latin typeface="+mj-lt"/>
              </a:rPr>
              <a:t>2. Hãy loan báo tin mừng rằng Đức Ki-tô đã thắng tử thần rồi Ngài là nguồn ân ban sự sống. Hãy vững tâm giữa cuộc đời và sống tín thác không ngơi</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118903650"/>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11118"/>
            <a:ext cx="9144000" cy="3835763"/>
          </a:xfrm>
        </p:spPr>
        <p:txBody>
          <a:bodyPr>
            <a:noAutofit/>
          </a:bodyPr>
          <a:lstStyle/>
          <a:p>
            <a:pPr algn="just">
              <a:tabLst>
                <a:tab pos="2155825" algn="l"/>
              </a:tabLst>
            </a:pPr>
            <a:r>
              <a:rPr lang="vi-VN" sz="5400" b="1" dirty="0">
                <a:latin typeface="+mj-lt"/>
              </a:rPr>
              <a:t>Hãy cất tiếng ca ngợi muôn nơi giữa lòng thế giới ánh sáng cứu độ muôn người. Chúa là niềm vui hạnh phúc cho những ai mến tin từ nay.</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047378540"/>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4035430142"/>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Đức Ki-tô là Tình Yêu vinh thắng mang cho đời sự sống mới linh thiêng. Cất cao lên câu ngợi ca Al-lê-lu-ia!</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89967612"/>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3"/>
            <a:ext cx="9144000" cy="4641273"/>
          </a:xfrm>
        </p:spPr>
        <p:txBody>
          <a:bodyPr>
            <a:noAutofit/>
          </a:bodyPr>
          <a:lstStyle/>
          <a:p>
            <a:pPr algn="just">
              <a:tabLst>
                <a:tab pos="2155825" algn="l"/>
              </a:tabLst>
            </a:pPr>
            <a:r>
              <a:rPr lang="vi-VN" sz="5400" b="1" dirty="0">
                <a:latin typeface="+mj-lt"/>
              </a:rPr>
              <a:t>3. Chúa vinh thắng khải hoàn rồi Chúa đang chờ đợi con trong cuộc đời Ngài mời gọi con mau đi tới. Hãy bước ra khỏi mộ buồn vượt thoát bóng tối âm u.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81718167"/>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3"/>
            <a:ext cx="9144000" cy="4641273"/>
          </a:xfrm>
        </p:spPr>
        <p:txBody>
          <a:bodyPr>
            <a:noAutofit/>
          </a:bodyPr>
          <a:lstStyle/>
          <a:p>
            <a:pPr algn="just">
              <a:tabLst>
                <a:tab pos="2155825" algn="l"/>
              </a:tabLst>
            </a:pPr>
            <a:r>
              <a:rPr lang="vi-VN" sz="5400" b="1" dirty="0">
                <a:latin typeface="+mj-lt"/>
              </a:rPr>
              <a:t>Hãy biết sống can trường vươn lên giữa mọi đau thương xóa hết xấu xa tầm thường. Để rồi trở nên nhân chứng loan báo tin Chúa đã phục sinh.</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319964085"/>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ĐK. Đức Ki-tô đã sống lại thật rồi! Đức Ki-tô đã đánh tan tử thần. Nào hân hoan cùng ca lên Al-lê-lu-ia!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756572408"/>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TIN MỪNG PHỤC SINH 1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32560"/>
            <a:ext cx="9144000" cy="5105400"/>
          </a:xfrm>
        </p:spPr>
        <p:txBody>
          <a:bodyPr>
            <a:noAutofit/>
          </a:bodyPr>
          <a:lstStyle/>
          <a:p>
            <a:pPr algn="just">
              <a:tabLst>
                <a:tab pos="2155825" algn="l"/>
              </a:tabLst>
            </a:pPr>
            <a:r>
              <a:rPr lang="vi-VN" sz="5400" b="1" dirty="0">
                <a:latin typeface="+mj-lt"/>
              </a:rPr>
              <a:t>Đức Ki-tô là Tình Yêu vinh thắng mang cho đời sự sống mới linh thiêng. Cất cao lên câu ngợi ca Al-lê-lu-ia!</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556029072"/>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EDB35A-DC86-4A38-892E-54D01A1022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BD9531E-E76D-4C2A-828F-206C1AB4D0B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8664216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587"/>
            <a:ext cx="9144000" cy="6177534"/>
          </a:xfrm>
        </p:spPr>
        <p:txBody>
          <a:bodyPr>
            <a:noAutofit/>
          </a:bodyPr>
          <a:lstStyle/>
          <a:p>
            <a:pPr algn="just">
              <a:tabLst>
                <a:tab pos="2155825" algn="l"/>
              </a:tabLst>
            </a:pPr>
            <a:r>
              <a:rPr lang="vi-VN" sz="5400" b="1" dirty="0">
                <a:latin typeface="+mj-lt"/>
              </a:rPr>
              <a:t>ĐK. Cùng hoan ca lên đi mừng Chiên Chúa đã khải hoàn vượt qua bao thương đau Ngài đã chiến thắng tử thần</a:t>
            </a:r>
            <a:r>
              <a:rPr lang="en-US" sz="5400" b="1" dirty="0">
                <a:latin typeface="+mj-lt"/>
              </a:rPr>
              <a:t>.</a:t>
            </a:r>
            <a:r>
              <a:rPr lang="vi-VN" sz="5400" b="1" dirty="0">
                <a:latin typeface="+mj-lt"/>
              </a:rPr>
              <a:t> Đàn ca vang tung hô, nào muôn dân vui lên</a:t>
            </a:r>
            <a:r>
              <a:rPr lang="en-US" sz="5400" b="1" dirty="0">
                <a:latin typeface="+mj-lt"/>
              </a:rPr>
              <a:t>.</a:t>
            </a:r>
            <a:r>
              <a:rPr lang="vi-VN" sz="5400" b="1" dirty="0">
                <a:latin typeface="+mj-lt"/>
              </a:rPr>
              <a:t> Hãy cất tiếng hát Hal - lê - lu – ia</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460666246"/>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9384"/>
            <a:ext cx="9144000" cy="5615940"/>
          </a:xfrm>
        </p:spPr>
        <p:txBody>
          <a:bodyPr>
            <a:noAutofit/>
          </a:bodyPr>
          <a:lstStyle/>
          <a:p>
            <a:pPr algn="just">
              <a:tabLst>
                <a:tab pos="2155825" algn="l"/>
              </a:tabLst>
            </a:pPr>
            <a:r>
              <a:rPr lang="vi-VN" sz="5400" b="1" dirty="0">
                <a:latin typeface="+mj-lt"/>
              </a:rPr>
              <a:t>Mừng Vua ta hôm nay phục sinh giữa ánh quang vinh. Từ đây muôn sinh linh được thương xóa hết tội tình. Lạc trong đêm u mê trông thấy ánh sáng mới. Cứu thoát thế nhân muôn đời.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390604461"/>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06718"/>
            <a:ext cx="9144000" cy="4641273"/>
          </a:xfrm>
        </p:spPr>
        <p:txBody>
          <a:bodyPr>
            <a:noAutofit/>
          </a:bodyPr>
          <a:lstStyle/>
          <a:p>
            <a:pPr algn="just">
              <a:tabLst>
                <a:tab pos="2155825" algn="l"/>
              </a:tabLst>
            </a:pPr>
            <a:r>
              <a:rPr lang="vi-VN" sz="5400" b="1" dirty="0">
                <a:latin typeface="+mj-lt"/>
              </a:rPr>
              <a:t>1. Vui lên hát lên hòa mừng cùng đất trời! Chúa đã giải thoát cõi đời, đem ơn tái sinh ngập tràn lòng muôn người: Là nguồn sống mới người ơi.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606526742"/>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587"/>
            <a:ext cx="9144000" cy="6177534"/>
          </a:xfrm>
        </p:spPr>
        <p:txBody>
          <a:bodyPr>
            <a:noAutofit/>
          </a:bodyPr>
          <a:lstStyle/>
          <a:p>
            <a:pPr algn="just">
              <a:tabLst>
                <a:tab pos="2155825" algn="l"/>
              </a:tabLst>
            </a:pPr>
            <a:r>
              <a:rPr lang="vi-VN" sz="5400" b="1" dirty="0">
                <a:latin typeface="+mj-lt"/>
              </a:rPr>
              <a:t>ĐK. Cùng hoan ca lên đi mừng Chiên Chúa đã khải hoàn vượt qua bao thương đau Ngài đã chiến thắng tử thần</a:t>
            </a:r>
            <a:r>
              <a:rPr lang="en-US" sz="5400" b="1" dirty="0">
                <a:latin typeface="+mj-lt"/>
              </a:rPr>
              <a:t>.</a:t>
            </a:r>
            <a:r>
              <a:rPr lang="vi-VN" sz="5400" b="1" dirty="0">
                <a:latin typeface="+mj-lt"/>
              </a:rPr>
              <a:t> Đàn ca vang tung hô, nào muôn dân vui lên</a:t>
            </a:r>
            <a:r>
              <a:rPr lang="en-US" sz="5400" b="1" dirty="0">
                <a:latin typeface="+mj-lt"/>
              </a:rPr>
              <a:t>.</a:t>
            </a:r>
            <a:r>
              <a:rPr lang="vi-VN" sz="5400" b="1" dirty="0">
                <a:latin typeface="+mj-lt"/>
              </a:rPr>
              <a:t> Hãy cất tiếng hát Hal - lê - lu – ia</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35059181"/>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9384"/>
            <a:ext cx="9144000" cy="5615940"/>
          </a:xfrm>
        </p:spPr>
        <p:txBody>
          <a:bodyPr>
            <a:noAutofit/>
          </a:bodyPr>
          <a:lstStyle/>
          <a:p>
            <a:pPr algn="just">
              <a:tabLst>
                <a:tab pos="2155825" algn="l"/>
              </a:tabLst>
            </a:pPr>
            <a:r>
              <a:rPr lang="vi-VN" sz="5400" b="1" dirty="0">
                <a:latin typeface="+mj-lt"/>
              </a:rPr>
              <a:t>Mừng Vua ta hôm nay phục sinh giữa ánh quang vinh. Từ đây muôn sinh linh được thương xóa hết tội tình. Lạc trong đêm u mê trông thấy ánh sáng mới. Cứu thoát thế nhân muôn đời.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906981245"/>
      </p:ext>
    </p:extLst>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06718"/>
            <a:ext cx="9144000" cy="4641273"/>
          </a:xfrm>
        </p:spPr>
        <p:txBody>
          <a:bodyPr>
            <a:noAutofit/>
          </a:bodyPr>
          <a:lstStyle/>
          <a:p>
            <a:pPr algn="just">
              <a:tabLst>
                <a:tab pos="2155825" algn="l"/>
              </a:tabLst>
            </a:pPr>
            <a:r>
              <a:rPr lang="vi-VN" sz="5400" b="1" dirty="0">
                <a:latin typeface="+mj-lt"/>
              </a:rPr>
              <a:t>2. Như viên đá kia bị thợ nề không màng đã trở thành đá góc tường, Ki - tô Chúa ta nhận chịu mọi khổ hình, giờ hiển thắng với quyền uy.</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860368939"/>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587"/>
            <a:ext cx="9144000" cy="6177534"/>
          </a:xfrm>
        </p:spPr>
        <p:txBody>
          <a:bodyPr>
            <a:noAutofit/>
          </a:bodyPr>
          <a:lstStyle/>
          <a:p>
            <a:pPr algn="just">
              <a:tabLst>
                <a:tab pos="2155825" algn="l"/>
              </a:tabLst>
            </a:pPr>
            <a:r>
              <a:rPr lang="vi-VN" sz="5400" b="1" dirty="0">
                <a:latin typeface="+mj-lt"/>
              </a:rPr>
              <a:t>ĐK. Cùng hoan ca lên đi mừng Chiên Chúa đã khải hoàn vượt qua bao thương đau Ngài đã chiến thắng tử thần</a:t>
            </a:r>
            <a:r>
              <a:rPr lang="en-US" sz="5400" b="1" dirty="0">
                <a:latin typeface="+mj-lt"/>
              </a:rPr>
              <a:t>.</a:t>
            </a:r>
            <a:r>
              <a:rPr lang="vi-VN" sz="5400" b="1" dirty="0">
                <a:latin typeface="+mj-lt"/>
              </a:rPr>
              <a:t> Đàn ca vang tung hô, nào muôn dân vui lên</a:t>
            </a:r>
            <a:r>
              <a:rPr lang="en-US" sz="5400" b="1" dirty="0">
                <a:latin typeface="+mj-lt"/>
              </a:rPr>
              <a:t>.</a:t>
            </a:r>
            <a:r>
              <a:rPr lang="vi-VN" sz="5400" b="1" dirty="0">
                <a:latin typeface="+mj-lt"/>
              </a:rPr>
              <a:t> Hãy cất tiếng hát Hal - lê - lu – ia</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467358837"/>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9384"/>
            <a:ext cx="9144000" cy="5615940"/>
          </a:xfrm>
        </p:spPr>
        <p:txBody>
          <a:bodyPr>
            <a:noAutofit/>
          </a:bodyPr>
          <a:lstStyle/>
          <a:p>
            <a:pPr algn="just">
              <a:tabLst>
                <a:tab pos="2155825" algn="l"/>
              </a:tabLst>
            </a:pPr>
            <a:r>
              <a:rPr lang="vi-VN" sz="5400" b="1" dirty="0">
                <a:latin typeface="+mj-lt"/>
              </a:rPr>
              <a:t>Mừng Vua ta hôm nay phục sinh giữa ánh quang vinh. Từ đây muôn sinh linh được thương xóa hết tội tình. Lạc trong đêm u mê trông thấy ánh sáng mới. Cứu thoát thế nhân muôn đời.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3082547133"/>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06718"/>
            <a:ext cx="9144000" cy="4641273"/>
          </a:xfrm>
        </p:spPr>
        <p:txBody>
          <a:bodyPr>
            <a:noAutofit/>
          </a:bodyPr>
          <a:lstStyle/>
          <a:p>
            <a:pPr algn="just">
              <a:tabLst>
                <a:tab pos="2155825" algn="l"/>
              </a:tabLst>
            </a:pPr>
            <a:r>
              <a:rPr lang="vi-VN" sz="5400" b="1" dirty="0">
                <a:latin typeface="+mj-lt"/>
              </a:rPr>
              <a:t>3. Đang khi lính canh còn bàng hoàng sững sờ, Ngài thật sự sống lại rồi. Như xưa Chúa loan truyền: "Chẳng đầy ba ngày, Thầy sẽ chiến thắng hiển vinh".</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459816807"/>
      </p:ext>
    </p:extLst>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38587"/>
            <a:ext cx="9144000" cy="6177534"/>
          </a:xfrm>
        </p:spPr>
        <p:txBody>
          <a:bodyPr>
            <a:noAutofit/>
          </a:bodyPr>
          <a:lstStyle/>
          <a:p>
            <a:pPr algn="just">
              <a:tabLst>
                <a:tab pos="2155825" algn="l"/>
              </a:tabLst>
            </a:pPr>
            <a:r>
              <a:rPr lang="vi-VN" sz="5400" b="1" dirty="0">
                <a:latin typeface="+mj-lt"/>
              </a:rPr>
              <a:t>ĐK. Cùng hoan ca lên đi mừng Chiên Chúa đã khải hoàn vượt qua bao thương đau Ngài đã chiến thắng tử thần</a:t>
            </a:r>
            <a:r>
              <a:rPr lang="en-US" sz="5400" b="1" dirty="0">
                <a:latin typeface="+mj-lt"/>
              </a:rPr>
              <a:t>.</a:t>
            </a:r>
            <a:r>
              <a:rPr lang="vi-VN" sz="5400" b="1" dirty="0">
                <a:latin typeface="+mj-lt"/>
              </a:rPr>
              <a:t> Đàn ca vang tung hô, nào muôn dân vui lên</a:t>
            </a:r>
            <a:r>
              <a:rPr lang="en-US" sz="5400" b="1" dirty="0">
                <a:latin typeface="+mj-lt"/>
              </a:rPr>
              <a:t>.</a:t>
            </a:r>
            <a:r>
              <a:rPr lang="vi-VN" sz="5400" b="1" dirty="0">
                <a:latin typeface="+mj-lt"/>
              </a:rPr>
              <a:t> Hãy cất tiếng hát Hal - lê - lu – ia</a:t>
            </a:r>
            <a:r>
              <a:rPr lang="en-US" sz="5400" b="1" dirty="0">
                <a:latin typeface="+mj-lt"/>
              </a:rPr>
              <a:t>.</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425384473"/>
      </p:ext>
    </p:extLst>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9384"/>
            <a:ext cx="9144000" cy="5615940"/>
          </a:xfrm>
        </p:spPr>
        <p:txBody>
          <a:bodyPr>
            <a:noAutofit/>
          </a:bodyPr>
          <a:lstStyle/>
          <a:p>
            <a:pPr algn="just">
              <a:tabLst>
                <a:tab pos="2155825" algn="l"/>
              </a:tabLst>
            </a:pPr>
            <a:r>
              <a:rPr lang="vi-VN" sz="5400" b="1" dirty="0">
                <a:latin typeface="+mj-lt"/>
              </a:rPr>
              <a:t>Mừng Vua ta hôm nay phục sinh giữa ánh quang vinh. Từ đây muôn sinh linh được thương xóa hết tội tình. Lạc trong đêm u mê trông thấy ánh sáng mới. Cứu thoát thế nhân muôn đời.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839496936"/>
      </p:ext>
    </p:extLst>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4B6E95-FDC7-49FA-AC21-D231AAA401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FE8875B-E341-4FD0-897C-655A62162BA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7605794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NỮ VƯƠNG THIÊN ĐÀNG</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95003"/>
            <a:ext cx="9144000" cy="4641273"/>
          </a:xfrm>
        </p:spPr>
        <p:txBody>
          <a:bodyPr>
            <a:noAutofit/>
          </a:bodyPr>
          <a:lstStyle/>
          <a:p>
            <a:pPr algn="just">
              <a:tabLst>
                <a:tab pos="2155825" algn="l"/>
              </a:tabLst>
            </a:pPr>
            <a:r>
              <a:rPr lang="vi-VN" sz="5400" b="1" dirty="0">
                <a:latin typeface="+mj-lt"/>
              </a:rPr>
              <a:t>Lạy Nữ Vương Thiên Đàng Mẹ hãy vui mừng. Vì hôm nay Chúa đã phục sinh đem ánh quang vinh xuống cho người sống trên cõi đời. Lòng người hân hoan cất lời ca vang chiến thắng khải hoàn. </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2497527095"/>
      </p:ext>
    </p:extLst>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NỮ VƯƠNG THIÊN ĐÀNG</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57003"/>
            <a:ext cx="9144000" cy="4641273"/>
          </a:xfrm>
        </p:spPr>
        <p:txBody>
          <a:bodyPr>
            <a:noAutofit/>
          </a:bodyPr>
          <a:lstStyle/>
          <a:p>
            <a:pPr algn="just">
              <a:tabLst>
                <a:tab pos="2155825" algn="l"/>
              </a:tabLst>
            </a:pPr>
            <a:r>
              <a:rPr lang="vi-VN" sz="5400" b="1" dirty="0">
                <a:latin typeface="+mj-lt"/>
              </a:rPr>
              <a:t>Lạy Nữ Vương Thiên Đàng Mẹ diễm phúc tuyệt vời, Mẹ là Đấng rạng ngời bên Chúa muôn đời hiển vinh Quê Trời.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939078199"/>
      </p:ext>
    </p:extLst>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NỮ VƯƠNG THIÊN ĐÀNG</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3"/>
            <a:ext cx="9144000" cy="4641273"/>
          </a:xfrm>
        </p:spPr>
        <p:txBody>
          <a:bodyPr>
            <a:noAutofit/>
          </a:bodyPr>
          <a:lstStyle/>
          <a:p>
            <a:pPr algn="just">
              <a:tabLst>
                <a:tab pos="2155825" algn="l"/>
              </a:tabLst>
            </a:pPr>
            <a:r>
              <a:rPr lang="vi-VN" sz="5400" b="1" dirty="0">
                <a:latin typeface="+mj-lt"/>
              </a:rPr>
              <a:t>Nguyện Mẹ thương đoái xem thế trần vẫn còn trong vòng mờ tối, bao nỗi khổ đau bao oan trái sầu. Mẹ ơi! Đắng cay cuộc đời nói sao nên lời xót xa lệ rơi từng ngày chơi vơi.</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4087697710"/>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NỮ VƯƠNG THIÊN ĐÀNG</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95003"/>
            <a:ext cx="9144000" cy="4641273"/>
          </a:xfrm>
        </p:spPr>
        <p:txBody>
          <a:bodyPr>
            <a:noAutofit/>
          </a:bodyPr>
          <a:lstStyle/>
          <a:p>
            <a:pPr algn="just">
              <a:tabLst>
                <a:tab pos="2155825" algn="l"/>
              </a:tabLst>
            </a:pPr>
            <a:r>
              <a:rPr lang="vi-VN" sz="5400" b="1" dirty="0">
                <a:latin typeface="+mj-lt"/>
              </a:rPr>
              <a:t>Nguyện Mẹ thương thế trần còn đầy </a:t>
            </a:r>
            <a:r>
              <a:rPr lang="en-US" sz="5400" b="1" dirty="0" err="1">
                <a:latin typeface="Times New Roman" panose="02020603050405020304" pitchFamily="18" charset="0"/>
                <a:cs typeface="Times New Roman" panose="02020603050405020304" pitchFamily="18" charset="0"/>
              </a:rPr>
              <a:t>tăm</a:t>
            </a:r>
            <a:r>
              <a:rPr lang="vi-VN" sz="5400" b="1" dirty="0">
                <a:latin typeface="+mj-lt"/>
              </a:rPr>
              <a:t> tối. Mẹ dẫn lối đưa về bến quê sáng ngời. Một niềm tin mới vì Chúa đã sống lại Mẹ ơi! Xin ban ơn an bình của Chúa phục sinh quang vinh.</a:t>
            </a:r>
            <a:endParaRPr lang="en-US" sz="5400" b="1" dirty="0">
              <a:latin typeface="+mj-lt"/>
              <a:cs typeface="Times New Roman" panose="02020603050405020304" pitchFamily="18" charset="0"/>
            </a:endParaRPr>
          </a:p>
        </p:txBody>
      </p:sp>
    </p:spTree>
    <p:extLst>
      <p:ext uri="{BB962C8B-B14F-4D97-AF65-F5344CB8AC3E}">
        <p14:creationId xmlns:p14="http://schemas.microsoft.com/office/powerpoint/2010/main" val="113917908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4651</TotalTime>
  <Words>2080</Words>
  <Application>Microsoft Office PowerPoint</Application>
  <PresentationFormat>On-screen Show (4:3)</PresentationFormat>
  <Paragraphs>152</Paragraphs>
  <Slides>85</Slides>
  <Notes>1</Notes>
  <HiddenSlides>0</HiddenSlides>
  <MMClips>0</MMClips>
  <ScaleCrop>false</ScaleCrop>
  <HeadingPairs>
    <vt:vector size="4" baseType="variant">
      <vt:variant>
        <vt:lpstr>Theme</vt:lpstr>
      </vt:variant>
      <vt:variant>
        <vt:i4>1</vt:i4>
      </vt:variant>
      <vt:variant>
        <vt:lpstr>Slide Titles</vt:lpstr>
      </vt:variant>
      <vt:variant>
        <vt:i4>85</vt:i4>
      </vt:variant>
    </vt:vector>
  </HeadingPairs>
  <TitlesOfParts>
    <vt:vector size="86" baseType="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PowerPoint Presentation</vt:lpstr>
      <vt:lpstr>Đáp ca 1</vt:lpstr>
      <vt:lpstr>PowerPoint Presentation</vt:lpstr>
      <vt:lpstr>Đáp ca 1</vt:lpstr>
      <vt:lpstr>PowerPoint Presentation</vt:lpstr>
      <vt:lpstr>Đáp ca 1</vt:lpstr>
      <vt:lpstr>PowerPoint Presentation</vt:lpstr>
      <vt:lpstr>Đáp ca 1</vt:lpstr>
      <vt:lpstr>PowerPoint Presentation</vt:lpstr>
      <vt:lpstr>PowerPoint Presentation</vt:lpstr>
      <vt:lpstr>PowerPoint Presentation</vt:lpstr>
      <vt:lpstr>Đáp ca 2</vt:lpstr>
      <vt:lpstr>PowerPoint Presentation</vt:lpstr>
      <vt:lpstr>Đáp ca 2</vt:lpstr>
      <vt:lpstr>PowerPoint Presentation</vt:lpstr>
      <vt:lpstr>Đáp ca 2</vt:lpstr>
      <vt:lpstr>PowerPoint Presentation</vt:lpstr>
      <vt:lpstr>PowerPoint Presentation</vt:lpstr>
      <vt:lpstr>PowerPoint Presentation</vt:lpstr>
      <vt:lpstr>Đáp ca 3</vt:lpstr>
      <vt:lpstr>PowerPoint Presentation</vt:lpstr>
      <vt:lpstr>Đáp ca 3</vt:lpstr>
      <vt:lpstr>PowerPoint Presentation</vt:lpstr>
      <vt:lpstr>Đáp ca 3</vt:lpstr>
      <vt:lpstr>PowerPoint Presentation</vt:lpstr>
      <vt:lpstr>Đáp ca 3</vt:lpstr>
      <vt:lpstr>PowerPoint Presentation</vt:lpstr>
      <vt:lpstr>PowerPoint Presentation</vt:lpstr>
      <vt:lpstr>Đáp ca 4</vt:lpstr>
      <vt:lpstr>PowerPoint Presentation</vt:lpstr>
      <vt:lpstr>Đáp ca 4</vt:lpstr>
      <vt:lpstr>PowerPoint Presentation</vt:lpstr>
      <vt:lpstr>Đáp ca 4</vt:lpstr>
      <vt:lpstr>PowerPoint Presentation</vt:lpstr>
      <vt:lpstr>PowerPoint Presentation</vt:lpstr>
      <vt:lpstr>       TÔI ĐÃ THẤY NƯỚC</vt:lpstr>
      <vt:lpstr>       TÔI ĐÃ THẤY NƯỚC</vt:lpstr>
      <vt:lpstr>PowerPoint Presentation</vt:lpstr>
      <vt:lpstr>Dâng lễ        LỄ DÂNG PHỤC SINH (NHL)</vt:lpstr>
      <vt:lpstr>Dâng lễ        LỄ DÂNG PHỤC SINH (NHL)</vt:lpstr>
      <vt:lpstr>Dâng lễ        LỄ DÂNG PHỤC SINH (NHL)</vt:lpstr>
      <vt:lpstr>Dâng lễ        LỄ DÂNG PHỤC SINH (NHL)</vt:lpstr>
      <vt:lpstr>Dâng lễ        LỄ DÂNG PHỤC SINH (NHL)</vt:lpstr>
      <vt:lpstr>Dâng lễ        LỄ DÂNG PHỤC SINH (NHL)</vt:lpstr>
      <vt:lpstr>PowerPoint Presentation</vt:lpstr>
      <vt:lpstr>PowerPoint Presentation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Hiệp lễ        TIN MỪNG PHỤC SINH 1 (TN)</vt:lpstr>
      <vt:lpstr>PowerPoint Presentation</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Hiệp lễ        HOAN CA PHỤC SINH (TT)</vt:lpstr>
      <vt:lpstr>PowerPoint Presentation</vt:lpstr>
      <vt:lpstr>Kết lễ        NỮ VƯƠNG THIÊN ĐÀNG</vt:lpstr>
      <vt:lpstr>Kết lễ        NỮ VƯƠNG THIÊN ĐÀNG</vt:lpstr>
      <vt:lpstr>Kết lễ        NỮ VƯƠNG THIÊN ĐÀNG</vt:lpstr>
      <vt:lpstr>Kết lễ        NỮ VƯƠNG THIÊN ĐÀNG</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Admin</cp:lastModifiedBy>
  <cp:revision>1458</cp:revision>
  <dcterms:created xsi:type="dcterms:W3CDTF">2018-09-17T12:52:44Z</dcterms:created>
  <dcterms:modified xsi:type="dcterms:W3CDTF">2021-04-03T13:48:00Z</dcterms:modified>
</cp:coreProperties>
</file>